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7C4F3-ACF9-32DF-48FF-75DE87578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26B89-6FDE-A281-201D-3C927331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1D9CA-AC79-6A1F-76CE-355275C81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45178-A085-EE75-D730-79B84FEF8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27638-903A-D7EB-0660-A8E3CE1CD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113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54860-12D0-41E4-ED47-C5084ED9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3C0BC-2407-D9FF-7F0A-68940E6FC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D3493-9698-A423-87F5-DDDCA2AB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FB4DF-09EB-6D03-BDE0-4984F15E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31EFF-3707-BFD5-5B40-F9BBF4F3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122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57FDD-C0FD-19D5-8BED-6D7BF03F1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92537-674A-30DF-C00B-63BCB071A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8F69F-60DF-2236-DED8-46EC992C7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38E12-BFB4-93ED-FED0-9DED9C669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2D7AD-1B93-AEFF-723E-B133FEF5B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363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23432-C2C4-970D-D120-797644CC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6BDCB-E3DB-81B9-35C6-B68EDFCCB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4EA49-F646-47CF-9ABB-6E9B5DE99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3B6FF-B555-A3F5-9BF3-B5A454E4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A8DC9-3FFB-4461-4F81-E01A3371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F9535-1A70-46C0-FC10-E2F7DCFEF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94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33C3D-6808-A453-52B5-CA986C7EA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5D631-EC47-0911-F1E7-FA4800BC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34BFA-3FF8-782C-82C2-A05493D35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8545D4-1E10-3BCD-2C50-9CACF4EF9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10270D-39C7-DF72-9FFE-32B950DDE6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4F9330-88C4-6990-C54A-A1010C461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A78CE0-BBF6-1D1C-6B70-509A47067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720C38-2208-6664-26C8-A0970332E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880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38CE4-3B75-C233-4F6C-BBD8F7E3E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EEFD8B-17DA-F584-EAEB-62E15D7D6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0AEB4F-6903-5EAC-B41D-255C202F6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834683-6E02-88AF-2A64-01CF94972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466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8654D4-D56E-7F8D-D359-13F2CBFF0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DBC28B-46E5-2704-8189-6B4BE4DDA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C651C-6D18-C60F-5E46-A897A6289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764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1F684-5113-0511-EFE0-3C8A5BA00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A5127-D98C-C6A8-6A42-10F194ACE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D5F25-856A-7F02-48A0-DB3ADCFA1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E4C7C-0865-F76E-EB60-064358433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70BEB-3AAC-7E32-37F0-E0D9F1F04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D87BE-1EB2-CECD-468C-501DC43C9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817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E092C-AFDC-73EB-6030-4FBE8282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9890E4-32A8-000F-904A-52C03EF51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D98E6-DB6C-B731-6B9D-FF28BC2D8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E3BEC-73FD-A171-F222-246AD838D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1AA46-B61D-C703-6461-C4E499DF8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9F6C9-F55C-B87D-83AB-11CE8A17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01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F4BFE-6C6A-14DC-82D3-3F1E7329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9BACE-E9FC-77AE-3B89-0995A3C9F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F36EC-B8D0-E7B6-8AF0-126DB14CC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0ABC8-14F9-3175-0E0C-71E604A7E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66D4C-D7B5-9C33-14B4-66A6550B4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079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6D04F6-9834-0A4F-9AFC-5569C73344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9B322-016E-B8C1-79BD-0C9B9B6EA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E90CB-071A-ADF3-A6D3-B1A90505B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ED974-F2E3-261C-16E8-3A870A4F0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B5945-A7EA-3B18-4AE0-B096F70E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866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B3B2CC-3975-5792-35ED-62178613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0086E-2C64-266F-2089-78601E78C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D7116-7A2C-7D2E-5FFD-03A2B973FC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18B6C-843B-406C-935A-B3536A549CC8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B4672-E94F-F564-6FAD-DC1ADCE20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15159-BCCF-B074-159A-44DE4CC77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28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9E9E2-D36A-64D4-EA0D-4B1FF40EE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 04</a:t>
            </a: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634A23-2957-92BB-5FD1-ADBE29286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821" y="1350713"/>
            <a:ext cx="10515600" cy="8157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1D6F33-DC48-CC35-6101-A54B2F7E6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648" y="2676276"/>
            <a:ext cx="2600000" cy="36285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533DFF-594F-F4A9-706B-B388009F4136}"/>
              </a:ext>
            </a:extLst>
          </p:cNvPr>
          <p:cNvSpPr txBox="1"/>
          <p:nvPr/>
        </p:nvSpPr>
        <p:spPr>
          <a:xfrm>
            <a:off x="916686" y="2676276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>
                <a:solidFill>
                  <a:srgbClr val="C00000"/>
                </a:solidFill>
                <a:latin typeface="Verdana" panose="020B060403050404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Answer: 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1984: 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Evergreen Forest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. 2014: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Evergreen Forest</a:t>
            </a:r>
            <a:endParaRPr lang="zh-CN" altLang="zh-CN" sz="1800" dirty="0">
              <a:solidFill>
                <a:srgbClr val="C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970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D12C3-0388-41D0-BE48-CF8E9A5D8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44297"/>
            <a:ext cx="10515600" cy="984062"/>
          </a:xfrm>
        </p:spPr>
        <p:txBody>
          <a:bodyPr/>
          <a:lstStyle/>
          <a:p>
            <a:r>
              <a:rPr lang="en-US" altLang="zh-CN" b="1" dirty="0"/>
              <a:t>Question 4.</a:t>
            </a:r>
            <a:r>
              <a:rPr lang="en-US" altLang="zh-CN" dirty="0"/>
              <a:t> Which value was dominant in the change map? (2 Points) 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85E8EF-22C0-ACC1-473C-03FB6C5A1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711" y="1886143"/>
            <a:ext cx="5361905" cy="3085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E8FCBD-5CDB-14E0-A232-8388C9CE4CF9}"/>
              </a:ext>
            </a:extLst>
          </p:cNvPr>
          <p:cNvSpPr txBox="1"/>
          <p:nvPr/>
        </p:nvSpPr>
        <p:spPr>
          <a:xfrm>
            <a:off x="624078" y="2164212"/>
            <a:ext cx="4094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>
                <a:solidFill>
                  <a:srgbClr val="C00000"/>
                </a:solidFill>
                <a:latin typeface="Verdana" panose="020B060403050404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Answer: 0, no change</a:t>
            </a:r>
            <a:endParaRPr lang="zh-CN" altLang="zh-CN" sz="1800" dirty="0">
              <a:solidFill>
                <a:srgbClr val="C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44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D9E542-55DD-F0E5-1C0A-22BDE1866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072" y="1910253"/>
            <a:ext cx="11387311" cy="303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828C1B-47AA-C631-222A-4CABF5C90946}"/>
              </a:ext>
            </a:extLst>
          </p:cNvPr>
          <p:cNvSpPr txBox="1"/>
          <p:nvPr/>
        </p:nvSpPr>
        <p:spPr>
          <a:xfrm>
            <a:off x="402345" y="403602"/>
            <a:ext cx="113873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Q7: </a:t>
            </a:r>
            <a:r>
              <a:rPr lang="en-US" altLang="zh-CN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Excepting pixels with no change, which transition was dominant? How much land experienced such a transition? Please give the class name, not the place-holders. (4 Points) (Hint, you can sort the table by right-clicking on the column, followed by Sort Descending or Sort Ascending; you can find the transitions in CLASS_NAME field and area in AREA field)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111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97702-121C-D17D-AE08-C35B92096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9587"/>
            <a:ext cx="10515600" cy="956076"/>
          </a:xfrm>
        </p:spPr>
        <p:txBody>
          <a:bodyPr/>
          <a:lstStyle/>
          <a:p>
            <a:r>
              <a:rPr lang="en-US" altLang="zh-CN" b="1" dirty="0"/>
              <a:t>Question 10.</a:t>
            </a:r>
            <a:r>
              <a:rPr lang="en-US" altLang="zh-CN" dirty="0"/>
              <a:t> How much land changed from Shallows/Littoral (9) to Bog (8)? (2 Points)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82F5C-57D0-7005-F473-F73D9D6D9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386" y="1665172"/>
            <a:ext cx="10467909" cy="37032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7B0BB2-C048-802A-1381-EF061A1A0737}"/>
              </a:ext>
            </a:extLst>
          </p:cNvPr>
          <p:cNvSpPr txBox="1"/>
          <p:nvPr/>
        </p:nvSpPr>
        <p:spPr>
          <a:xfrm>
            <a:off x="1159386" y="5458968"/>
            <a:ext cx="1993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Row is 1984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Column is 2014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602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D9330-4758-7E76-2C98-E71704FBD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928" y="170561"/>
            <a:ext cx="10515600" cy="542671"/>
          </a:xfrm>
        </p:spPr>
        <p:txBody>
          <a:bodyPr/>
          <a:lstStyle/>
          <a:p>
            <a:r>
              <a:rPr lang="en-US" altLang="zh-CN" dirty="0"/>
              <a:t>Lab 03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CDFFB3-CA42-E2C2-38F5-486A160F5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640" y="1585919"/>
            <a:ext cx="10183616" cy="4406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139E22-4369-F7F7-B389-A016394E0E5B}"/>
              </a:ext>
            </a:extLst>
          </p:cNvPr>
          <p:cNvSpPr txBox="1"/>
          <p:nvPr/>
        </p:nvSpPr>
        <p:spPr>
          <a:xfrm>
            <a:off x="1184992" y="918743"/>
            <a:ext cx="3773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Accuracy of the models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15960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144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Arial</vt:lpstr>
      <vt:lpstr>Calibri</vt:lpstr>
      <vt:lpstr>Verdana</vt:lpstr>
      <vt:lpstr>Office Theme</vt:lpstr>
      <vt:lpstr>Lab 04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Wu, Yanan</dc:creator>
  <cp:lastModifiedBy>Wu, Yanan</cp:lastModifiedBy>
  <cp:revision>9</cp:revision>
  <dcterms:created xsi:type="dcterms:W3CDTF">2026-03-02T00:24:28Z</dcterms:created>
  <dcterms:modified xsi:type="dcterms:W3CDTF">2026-03-05T13:47:14Z</dcterms:modified>
</cp:coreProperties>
</file>