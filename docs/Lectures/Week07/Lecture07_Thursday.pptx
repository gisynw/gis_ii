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8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9.xml" ContentType="application/vnd.openxmlformats-officedocument.theme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10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1.xml" ContentType="application/vnd.openxmlformats-officedocument.theme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1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  <p:sldMasterId id="2147483708" r:id="rId2"/>
    <p:sldMasterId id="2147483720" r:id="rId3"/>
    <p:sldMasterId id="2147483732" r:id="rId4"/>
    <p:sldMasterId id="2147483744" r:id="rId5"/>
    <p:sldMasterId id="2147483757" r:id="rId6"/>
    <p:sldMasterId id="2147483770" r:id="rId7"/>
    <p:sldMasterId id="2147483783" r:id="rId8"/>
    <p:sldMasterId id="2147483795" r:id="rId9"/>
    <p:sldMasterId id="2147483807" r:id="rId10"/>
    <p:sldMasterId id="2147483819" r:id="rId11"/>
    <p:sldMasterId id="2147483832" r:id="rId12"/>
  </p:sldMasterIdLst>
  <p:sldIdLst>
    <p:sldId id="256" r:id="rId13"/>
    <p:sldId id="257" r:id="rId14"/>
    <p:sldId id="258" r:id="rId15"/>
    <p:sldId id="259" r:id="rId16"/>
    <p:sldId id="271" r:id="rId17"/>
    <p:sldId id="260" r:id="rId18"/>
    <p:sldId id="261" r:id="rId19"/>
    <p:sldId id="262" r:id="rId20"/>
    <p:sldId id="263" r:id="rId21"/>
    <p:sldId id="265" r:id="rId22"/>
    <p:sldId id="264" r:id="rId23"/>
    <p:sldId id="266" r:id="rId24"/>
    <p:sldId id="272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apps.nationalmap.gov/lidar-explorer/#/" TargetMode="Externa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apps.nationalmap.gov/lidar-explorer/#/" TargetMode="External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65FB0D-9B6F-4EF4-8AE6-48AD064F8935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8DAC42B-7804-4F28-BAA1-32103AC79580}">
      <dgm:prSet/>
      <dgm:spPr/>
      <dgm:t>
        <a:bodyPr/>
        <a:lstStyle/>
        <a:p>
          <a:r>
            <a:rPr lang="en-US"/>
            <a:t>Web portal for discovering LiDAR datasets</a:t>
          </a:r>
        </a:p>
      </dgm:t>
    </dgm:pt>
    <dgm:pt modelId="{A83E1B05-D2FB-49DD-9F1A-4206A43D2677}" type="parTrans" cxnId="{9EF6C99D-712E-432E-BEEE-6DD52240B9AC}">
      <dgm:prSet/>
      <dgm:spPr/>
      <dgm:t>
        <a:bodyPr/>
        <a:lstStyle/>
        <a:p>
          <a:endParaRPr lang="en-US"/>
        </a:p>
      </dgm:t>
    </dgm:pt>
    <dgm:pt modelId="{471DFC1A-32ED-482F-82B9-2093C469A97F}" type="sibTrans" cxnId="{9EF6C99D-712E-432E-BEEE-6DD52240B9AC}">
      <dgm:prSet/>
      <dgm:spPr/>
      <dgm:t>
        <a:bodyPr/>
        <a:lstStyle/>
        <a:p>
          <a:endParaRPr lang="en-US"/>
        </a:p>
      </dgm:t>
    </dgm:pt>
    <dgm:pt modelId="{3B911884-F35B-4E5A-89DA-B2A1DA1DD108}">
      <dgm:prSet/>
      <dgm:spPr/>
      <dgm:t>
        <a:bodyPr/>
        <a:lstStyle/>
        <a:p>
          <a:r>
            <a:rPr lang="en-US"/>
            <a:t>• Provides dataset footprints &amp; details</a:t>
          </a:r>
        </a:p>
      </dgm:t>
    </dgm:pt>
    <dgm:pt modelId="{843C9A18-735F-492A-9970-7D05FF3F37D1}" type="parTrans" cxnId="{3BF36E93-8B04-44FD-AF72-121F6A2F562E}">
      <dgm:prSet/>
      <dgm:spPr/>
      <dgm:t>
        <a:bodyPr/>
        <a:lstStyle/>
        <a:p>
          <a:endParaRPr lang="en-US"/>
        </a:p>
      </dgm:t>
    </dgm:pt>
    <dgm:pt modelId="{62EB55FF-A701-491A-9592-F946BFABDA36}" type="sibTrans" cxnId="{3BF36E93-8B04-44FD-AF72-121F6A2F562E}">
      <dgm:prSet/>
      <dgm:spPr/>
      <dgm:t>
        <a:bodyPr/>
        <a:lstStyle/>
        <a:p>
          <a:endParaRPr lang="en-US"/>
        </a:p>
      </dgm:t>
    </dgm:pt>
    <dgm:pt modelId="{CB5DDFDF-0A44-49CC-ACC9-AE4BBC544F54}">
      <dgm:prSet/>
      <dgm:spPr/>
      <dgm:t>
        <a:bodyPr/>
        <a:lstStyle/>
        <a:p>
          <a:r>
            <a:rPr lang="en-US" dirty="0"/>
            <a:t>• Download LAS / LAZ tiles</a:t>
          </a:r>
        </a:p>
      </dgm:t>
    </dgm:pt>
    <dgm:pt modelId="{F258DC7F-B6B5-4FB8-AF97-A9D4E3FB1D60}" type="parTrans" cxnId="{9311F657-6CA1-4360-B24A-E23860B3C595}">
      <dgm:prSet/>
      <dgm:spPr/>
      <dgm:t>
        <a:bodyPr/>
        <a:lstStyle/>
        <a:p>
          <a:endParaRPr lang="en-US"/>
        </a:p>
      </dgm:t>
    </dgm:pt>
    <dgm:pt modelId="{C01E37CF-1E9F-4622-9E88-3587FFA5C3FD}" type="sibTrans" cxnId="{9311F657-6CA1-4360-B24A-E23860B3C595}">
      <dgm:prSet/>
      <dgm:spPr/>
      <dgm:t>
        <a:bodyPr/>
        <a:lstStyle/>
        <a:p>
          <a:endParaRPr lang="en-US"/>
        </a:p>
      </dgm:t>
    </dgm:pt>
    <dgm:pt modelId="{B87AB442-72B6-45B7-8ED4-991E09869B3E}" type="pres">
      <dgm:prSet presAssocID="{A565FB0D-9B6F-4EF4-8AE6-48AD064F893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54D476F-1C7E-4ABE-B3FD-B6A1AF47DFF3}" type="pres">
      <dgm:prSet presAssocID="{38DAC42B-7804-4F28-BAA1-32103AC79580}" presName="hierRoot1" presStyleCnt="0">
        <dgm:presLayoutVars>
          <dgm:hierBranch val="init"/>
        </dgm:presLayoutVars>
      </dgm:prSet>
      <dgm:spPr/>
    </dgm:pt>
    <dgm:pt modelId="{5D7E858B-5DE7-4E76-9173-ADD78A660F6D}" type="pres">
      <dgm:prSet presAssocID="{38DAC42B-7804-4F28-BAA1-32103AC79580}" presName="rootComposite1" presStyleCnt="0"/>
      <dgm:spPr/>
    </dgm:pt>
    <dgm:pt modelId="{8DABAC21-EE00-4482-A0DE-6C7D1B8A2040}" type="pres">
      <dgm:prSet presAssocID="{38DAC42B-7804-4F28-BAA1-32103AC79580}" presName="rootText1" presStyleLbl="node0" presStyleIdx="0" presStyleCnt="3">
        <dgm:presLayoutVars>
          <dgm:chPref val="3"/>
        </dgm:presLayoutVars>
      </dgm:prSet>
      <dgm:spPr/>
    </dgm:pt>
    <dgm:pt modelId="{B1C00FC0-6BE6-4CCD-9AF7-CC76322F3E12}" type="pres">
      <dgm:prSet presAssocID="{38DAC42B-7804-4F28-BAA1-32103AC79580}" presName="rootConnector1" presStyleLbl="node1" presStyleIdx="0" presStyleCnt="0"/>
      <dgm:spPr/>
    </dgm:pt>
    <dgm:pt modelId="{B6353D15-7D23-408B-80B7-D6ACA213560B}" type="pres">
      <dgm:prSet presAssocID="{38DAC42B-7804-4F28-BAA1-32103AC79580}" presName="hierChild2" presStyleCnt="0"/>
      <dgm:spPr/>
    </dgm:pt>
    <dgm:pt modelId="{D03608FF-3368-4C74-BA9E-A06D4DE4A7DB}" type="pres">
      <dgm:prSet presAssocID="{38DAC42B-7804-4F28-BAA1-32103AC79580}" presName="hierChild3" presStyleCnt="0"/>
      <dgm:spPr/>
    </dgm:pt>
    <dgm:pt modelId="{9F2567A5-783A-4B3D-AFE9-646B18064514}" type="pres">
      <dgm:prSet presAssocID="{3B911884-F35B-4E5A-89DA-B2A1DA1DD108}" presName="hierRoot1" presStyleCnt="0">
        <dgm:presLayoutVars>
          <dgm:hierBranch val="init"/>
        </dgm:presLayoutVars>
      </dgm:prSet>
      <dgm:spPr/>
    </dgm:pt>
    <dgm:pt modelId="{DC9A3C82-8B90-4023-AA62-BB3AF147CBCF}" type="pres">
      <dgm:prSet presAssocID="{3B911884-F35B-4E5A-89DA-B2A1DA1DD108}" presName="rootComposite1" presStyleCnt="0"/>
      <dgm:spPr/>
    </dgm:pt>
    <dgm:pt modelId="{0737D574-D010-47DC-95C7-B44A6F1C6F02}" type="pres">
      <dgm:prSet presAssocID="{3B911884-F35B-4E5A-89DA-B2A1DA1DD108}" presName="rootText1" presStyleLbl="node0" presStyleIdx="1" presStyleCnt="3">
        <dgm:presLayoutVars>
          <dgm:chPref val="3"/>
        </dgm:presLayoutVars>
      </dgm:prSet>
      <dgm:spPr/>
    </dgm:pt>
    <dgm:pt modelId="{48A17E9E-5D6A-4C29-8DBF-E4E4011C69CE}" type="pres">
      <dgm:prSet presAssocID="{3B911884-F35B-4E5A-89DA-B2A1DA1DD108}" presName="rootConnector1" presStyleLbl="node1" presStyleIdx="0" presStyleCnt="0"/>
      <dgm:spPr/>
    </dgm:pt>
    <dgm:pt modelId="{834B2110-27C1-4831-A18C-FE6C6C19D566}" type="pres">
      <dgm:prSet presAssocID="{3B911884-F35B-4E5A-89DA-B2A1DA1DD108}" presName="hierChild2" presStyleCnt="0"/>
      <dgm:spPr/>
    </dgm:pt>
    <dgm:pt modelId="{FFD94284-A906-4F53-AA30-68DD71868D1A}" type="pres">
      <dgm:prSet presAssocID="{3B911884-F35B-4E5A-89DA-B2A1DA1DD108}" presName="hierChild3" presStyleCnt="0"/>
      <dgm:spPr/>
    </dgm:pt>
    <dgm:pt modelId="{CF04B7AE-263F-454E-AC12-C1EFEDEC8875}" type="pres">
      <dgm:prSet presAssocID="{CB5DDFDF-0A44-49CC-ACC9-AE4BBC544F54}" presName="hierRoot1" presStyleCnt="0">
        <dgm:presLayoutVars>
          <dgm:hierBranch val="init"/>
        </dgm:presLayoutVars>
      </dgm:prSet>
      <dgm:spPr/>
    </dgm:pt>
    <dgm:pt modelId="{6EC6C120-DA16-4F97-A061-0F9F573438D7}" type="pres">
      <dgm:prSet presAssocID="{CB5DDFDF-0A44-49CC-ACC9-AE4BBC544F54}" presName="rootComposite1" presStyleCnt="0"/>
      <dgm:spPr/>
    </dgm:pt>
    <dgm:pt modelId="{47D66086-3B19-4111-AB1C-57806CEAAC97}" type="pres">
      <dgm:prSet presAssocID="{CB5DDFDF-0A44-49CC-ACC9-AE4BBC544F54}" presName="rootText1" presStyleLbl="node0" presStyleIdx="2" presStyleCnt="3">
        <dgm:presLayoutVars>
          <dgm:chPref val="3"/>
        </dgm:presLayoutVars>
      </dgm:prSet>
      <dgm:spPr/>
    </dgm:pt>
    <dgm:pt modelId="{5EBDF6F4-59AF-40EA-A0DC-C58D87122281}" type="pres">
      <dgm:prSet presAssocID="{CB5DDFDF-0A44-49CC-ACC9-AE4BBC544F54}" presName="rootConnector1" presStyleLbl="node1" presStyleIdx="0" presStyleCnt="0"/>
      <dgm:spPr/>
    </dgm:pt>
    <dgm:pt modelId="{94CB2E87-8407-4409-9154-6224328ECA73}" type="pres">
      <dgm:prSet presAssocID="{CB5DDFDF-0A44-49CC-ACC9-AE4BBC544F54}" presName="hierChild2" presStyleCnt="0"/>
      <dgm:spPr/>
    </dgm:pt>
    <dgm:pt modelId="{3BC4C06B-55F7-4A63-A496-BFB48FE1B365}" type="pres">
      <dgm:prSet presAssocID="{CB5DDFDF-0A44-49CC-ACC9-AE4BBC544F54}" presName="hierChild3" presStyleCnt="0"/>
      <dgm:spPr/>
    </dgm:pt>
  </dgm:ptLst>
  <dgm:cxnLst>
    <dgm:cxn modelId="{760DFB28-247F-4D44-A283-EE064119A4BC}" type="presOf" srcId="{38DAC42B-7804-4F28-BAA1-32103AC79580}" destId="{B1C00FC0-6BE6-4CCD-9AF7-CC76322F3E12}" srcOrd="1" destOrd="0" presId="urn:microsoft.com/office/officeart/2009/3/layout/HorizontalOrganizationChart"/>
    <dgm:cxn modelId="{EA8C032A-843F-4A14-9083-F16B6FDDAE82}" type="presOf" srcId="{38DAC42B-7804-4F28-BAA1-32103AC79580}" destId="{8DABAC21-EE00-4482-A0DE-6C7D1B8A2040}" srcOrd="0" destOrd="0" presId="urn:microsoft.com/office/officeart/2009/3/layout/HorizontalOrganizationChart"/>
    <dgm:cxn modelId="{29CB892F-82AD-4A8D-B34C-E53B55B68F4A}" type="presOf" srcId="{CB5DDFDF-0A44-49CC-ACC9-AE4BBC544F54}" destId="{47D66086-3B19-4111-AB1C-57806CEAAC97}" srcOrd="0" destOrd="0" presId="urn:microsoft.com/office/officeart/2009/3/layout/HorizontalOrganizationChart"/>
    <dgm:cxn modelId="{6A4E5B3C-07C6-424D-9C7B-07B819DB96A8}" type="presOf" srcId="{3B911884-F35B-4E5A-89DA-B2A1DA1DD108}" destId="{48A17E9E-5D6A-4C29-8DBF-E4E4011C69CE}" srcOrd="1" destOrd="0" presId="urn:microsoft.com/office/officeart/2009/3/layout/HorizontalOrganizationChart"/>
    <dgm:cxn modelId="{D7660269-8047-4112-9D1E-B75FF8B2EA65}" type="presOf" srcId="{CB5DDFDF-0A44-49CC-ACC9-AE4BBC544F54}" destId="{5EBDF6F4-59AF-40EA-A0DC-C58D87122281}" srcOrd="1" destOrd="0" presId="urn:microsoft.com/office/officeart/2009/3/layout/HorizontalOrganizationChart"/>
    <dgm:cxn modelId="{9311F657-6CA1-4360-B24A-E23860B3C595}" srcId="{A565FB0D-9B6F-4EF4-8AE6-48AD064F8935}" destId="{CB5DDFDF-0A44-49CC-ACC9-AE4BBC544F54}" srcOrd="2" destOrd="0" parTransId="{F258DC7F-B6B5-4FB8-AF97-A9D4E3FB1D60}" sibTransId="{C01E37CF-1E9F-4622-9E88-3587FFA5C3FD}"/>
    <dgm:cxn modelId="{3FAB8985-19B1-4EA9-BC14-FFB7E765294B}" type="presOf" srcId="{3B911884-F35B-4E5A-89DA-B2A1DA1DD108}" destId="{0737D574-D010-47DC-95C7-B44A6F1C6F02}" srcOrd="0" destOrd="0" presId="urn:microsoft.com/office/officeart/2009/3/layout/HorizontalOrganizationChart"/>
    <dgm:cxn modelId="{3BF36E93-8B04-44FD-AF72-121F6A2F562E}" srcId="{A565FB0D-9B6F-4EF4-8AE6-48AD064F8935}" destId="{3B911884-F35B-4E5A-89DA-B2A1DA1DD108}" srcOrd="1" destOrd="0" parTransId="{843C9A18-735F-492A-9970-7D05FF3F37D1}" sibTransId="{62EB55FF-A701-491A-9592-F946BFABDA36}"/>
    <dgm:cxn modelId="{9EF6C99D-712E-432E-BEEE-6DD52240B9AC}" srcId="{A565FB0D-9B6F-4EF4-8AE6-48AD064F8935}" destId="{38DAC42B-7804-4F28-BAA1-32103AC79580}" srcOrd="0" destOrd="0" parTransId="{A83E1B05-D2FB-49DD-9F1A-4206A43D2677}" sibTransId="{471DFC1A-32ED-482F-82B9-2093C469A97F}"/>
    <dgm:cxn modelId="{976D56EE-AA34-4573-B19C-1D62F1C58AE6}" type="presOf" srcId="{A565FB0D-9B6F-4EF4-8AE6-48AD064F8935}" destId="{B87AB442-72B6-45B7-8ED4-991E09869B3E}" srcOrd="0" destOrd="0" presId="urn:microsoft.com/office/officeart/2009/3/layout/HorizontalOrganizationChart"/>
    <dgm:cxn modelId="{44F70CF9-3189-4754-824B-24BF38BB2F15}" type="presParOf" srcId="{B87AB442-72B6-45B7-8ED4-991E09869B3E}" destId="{154D476F-1C7E-4ABE-B3FD-B6A1AF47DFF3}" srcOrd="0" destOrd="0" presId="urn:microsoft.com/office/officeart/2009/3/layout/HorizontalOrganizationChart"/>
    <dgm:cxn modelId="{FD0A557B-C79C-4342-830C-050573A9E119}" type="presParOf" srcId="{154D476F-1C7E-4ABE-B3FD-B6A1AF47DFF3}" destId="{5D7E858B-5DE7-4E76-9173-ADD78A660F6D}" srcOrd="0" destOrd="0" presId="urn:microsoft.com/office/officeart/2009/3/layout/HorizontalOrganizationChart"/>
    <dgm:cxn modelId="{0F1E59B8-CF4A-4E8C-8FB3-F2A8149243C7}" type="presParOf" srcId="{5D7E858B-5DE7-4E76-9173-ADD78A660F6D}" destId="{8DABAC21-EE00-4482-A0DE-6C7D1B8A2040}" srcOrd="0" destOrd="0" presId="urn:microsoft.com/office/officeart/2009/3/layout/HorizontalOrganizationChart"/>
    <dgm:cxn modelId="{19789536-5F66-4F45-9446-C4E46FCAC850}" type="presParOf" srcId="{5D7E858B-5DE7-4E76-9173-ADD78A660F6D}" destId="{B1C00FC0-6BE6-4CCD-9AF7-CC76322F3E12}" srcOrd="1" destOrd="0" presId="urn:microsoft.com/office/officeart/2009/3/layout/HorizontalOrganizationChart"/>
    <dgm:cxn modelId="{CB38545C-F341-452A-B4CA-5EED7731277F}" type="presParOf" srcId="{154D476F-1C7E-4ABE-B3FD-B6A1AF47DFF3}" destId="{B6353D15-7D23-408B-80B7-D6ACA213560B}" srcOrd="1" destOrd="0" presId="urn:microsoft.com/office/officeart/2009/3/layout/HorizontalOrganizationChart"/>
    <dgm:cxn modelId="{56AE5179-B761-485C-9CB2-E85020DFED31}" type="presParOf" srcId="{154D476F-1C7E-4ABE-B3FD-B6A1AF47DFF3}" destId="{D03608FF-3368-4C74-BA9E-A06D4DE4A7DB}" srcOrd="2" destOrd="0" presId="urn:microsoft.com/office/officeart/2009/3/layout/HorizontalOrganizationChart"/>
    <dgm:cxn modelId="{66C3397C-15F2-44A6-A051-B25A3FA6D8C9}" type="presParOf" srcId="{B87AB442-72B6-45B7-8ED4-991E09869B3E}" destId="{9F2567A5-783A-4B3D-AFE9-646B18064514}" srcOrd="1" destOrd="0" presId="urn:microsoft.com/office/officeart/2009/3/layout/HorizontalOrganizationChart"/>
    <dgm:cxn modelId="{742B57E3-90E0-421E-A034-E2810C8EE18E}" type="presParOf" srcId="{9F2567A5-783A-4B3D-AFE9-646B18064514}" destId="{DC9A3C82-8B90-4023-AA62-BB3AF147CBCF}" srcOrd="0" destOrd="0" presId="urn:microsoft.com/office/officeart/2009/3/layout/HorizontalOrganizationChart"/>
    <dgm:cxn modelId="{54B192ED-3BC5-4C86-AF92-CD2B1B294307}" type="presParOf" srcId="{DC9A3C82-8B90-4023-AA62-BB3AF147CBCF}" destId="{0737D574-D010-47DC-95C7-B44A6F1C6F02}" srcOrd="0" destOrd="0" presId="urn:microsoft.com/office/officeart/2009/3/layout/HorizontalOrganizationChart"/>
    <dgm:cxn modelId="{FAE4B7E7-178B-48C2-ACF8-FE628FD2D658}" type="presParOf" srcId="{DC9A3C82-8B90-4023-AA62-BB3AF147CBCF}" destId="{48A17E9E-5D6A-4C29-8DBF-E4E4011C69CE}" srcOrd="1" destOrd="0" presId="urn:microsoft.com/office/officeart/2009/3/layout/HorizontalOrganizationChart"/>
    <dgm:cxn modelId="{5A75B809-A020-44AE-9021-39261F7A3CAE}" type="presParOf" srcId="{9F2567A5-783A-4B3D-AFE9-646B18064514}" destId="{834B2110-27C1-4831-A18C-FE6C6C19D566}" srcOrd="1" destOrd="0" presId="urn:microsoft.com/office/officeart/2009/3/layout/HorizontalOrganizationChart"/>
    <dgm:cxn modelId="{49D56245-0464-4E8A-B7B7-A7840E35C9CA}" type="presParOf" srcId="{9F2567A5-783A-4B3D-AFE9-646B18064514}" destId="{FFD94284-A906-4F53-AA30-68DD71868D1A}" srcOrd="2" destOrd="0" presId="urn:microsoft.com/office/officeart/2009/3/layout/HorizontalOrganizationChart"/>
    <dgm:cxn modelId="{B9A5CD91-8DD3-46B8-BF5B-FD014E1B08E0}" type="presParOf" srcId="{B87AB442-72B6-45B7-8ED4-991E09869B3E}" destId="{CF04B7AE-263F-454E-AC12-C1EFEDEC8875}" srcOrd="2" destOrd="0" presId="urn:microsoft.com/office/officeart/2009/3/layout/HorizontalOrganizationChart"/>
    <dgm:cxn modelId="{AD73B0F7-967A-45B0-B66D-4C87ED69B6F9}" type="presParOf" srcId="{CF04B7AE-263F-454E-AC12-C1EFEDEC8875}" destId="{6EC6C120-DA16-4F97-A061-0F9F573438D7}" srcOrd="0" destOrd="0" presId="urn:microsoft.com/office/officeart/2009/3/layout/HorizontalOrganizationChart"/>
    <dgm:cxn modelId="{020E01C9-7868-4334-8853-7FD58017D4E4}" type="presParOf" srcId="{6EC6C120-DA16-4F97-A061-0F9F573438D7}" destId="{47D66086-3B19-4111-AB1C-57806CEAAC97}" srcOrd="0" destOrd="0" presId="urn:microsoft.com/office/officeart/2009/3/layout/HorizontalOrganizationChart"/>
    <dgm:cxn modelId="{C30688CC-5BDC-4456-90AE-129899CB338A}" type="presParOf" srcId="{6EC6C120-DA16-4F97-A061-0F9F573438D7}" destId="{5EBDF6F4-59AF-40EA-A0DC-C58D87122281}" srcOrd="1" destOrd="0" presId="urn:microsoft.com/office/officeart/2009/3/layout/HorizontalOrganizationChart"/>
    <dgm:cxn modelId="{03088723-DAC4-45E8-B842-CB0302179C44}" type="presParOf" srcId="{CF04B7AE-263F-454E-AC12-C1EFEDEC8875}" destId="{94CB2E87-8407-4409-9154-6224328ECA73}" srcOrd="1" destOrd="0" presId="urn:microsoft.com/office/officeart/2009/3/layout/HorizontalOrganizationChart"/>
    <dgm:cxn modelId="{83A31CE1-3F82-48D7-8D30-D25CA619AC84}" type="presParOf" srcId="{CF04B7AE-263F-454E-AC12-C1EFEDEC8875}" destId="{3BC4C06B-55F7-4A63-A496-BFB48FE1B36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CA0B2F-B275-4E87-8093-0F0461FE2023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F843875-FB40-4E62-B358-6F220A1CB322}">
      <dgm:prSet/>
      <dgm:spPr/>
      <dgm:t>
        <a:bodyPr/>
        <a:lstStyle/>
        <a:p>
          <a:r>
            <a:rPr lang="en-US" dirty="0"/>
            <a:t>1. Open </a:t>
          </a:r>
          <a:r>
            <a:rPr lang="en-US" dirty="0">
              <a:hlinkClick xmlns:r="http://schemas.openxmlformats.org/officeDocument/2006/relationships" r:id="rId1"/>
            </a:rPr>
            <a:t>USGS LiDAR Explorer</a:t>
          </a:r>
          <a:endParaRPr lang="en-US" dirty="0"/>
        </a:p>
      </dgm:t>
    </dgm:pt>
    <dgm:pt modelId="{431671B2-5AAB-4343-BC0F-C7A2F3711786}" type="parTrans" cxnId="{5CF790C2-9BAF-4A21-B345-B93BD5EA9DB8}">
      <dgm:prSet/>
      <dgm:spPr/>
      <dgm:t>
        <a:bodyPr/>
        <a:lstStyle/>
        <a:p>
          <a:endParaRPr lang="en-US"/>
        </a:p>
      </dgm:t>
    </dgm:pt>
    <dgm:pt modelId="{FA43F2BA-E470-42A0-8B5F-C739C52DCA87}" type="sibTrans" cxnId="{5CF790C2-9BAF-4A21-B345-B93BD5EA9DB8}">
      <dgm:prSet/>
      <dgm:spPr/>
      <dgm:t>
        <a:bodyPr/>
        <a:lstStyle/>
        <a:p>
          <a:endParaRPr lang="en-US"/>
        </a:p>
      </dgm:t>
    </dgm:pt>
    <dgm:pt modelId="{938756B0-1161-4412-BEA7-A4D6C136A346}">
      <dgm:prSet/>
      <dgm:spPr/>
      <dgm:t>
        <a:bodyPr/>
        <a:lstStyle/>
        <a:p>
          <a:r>
            <a:rPr lang="en-US"/>
            <a:t>• 2. Navigate to area of interest (AOI)</a:t>
          </a:r>
        </a:p>
      </dgm:t>
    </dgm:pt>
    <dgm:pt modelId="{1671DD5A-C92E-4565-9363-4497E3BF27B1}" type="parTrans" cxnId="{A869D13D-0F08-4C90-91A3-63AF9DCD951C}">
      <dgm:prSet/>
      <dgm:spPr/>
      <dgm:t>
        <a:bodyPr/>
        <a:lstStyle/>
        <a:p>
          <a:endParaRPr lang="en-US"/>
        </a:p>
      </dgm:t>
    </dgm:pt>
    <dgm:pt modelId="{23BF667C-4755-4E08-B7EE-EE2CAE18E63A}" type="sibTrans" cxnId="{A869D13D-0F08-4C90-91A3-63AF9DCD951C}">
      <dgm:prSet/>
      <dgm:spPr/>
      <dgm:t>
        <a:bodyPr/>
        <a:lstStyle/>
        <a:p>
          <a:endParaRPr lang="en-US"/>
        </a:p>
      </dgm:t>
    </dgm:pt>
    <dgm:pt modelId="{FA179429-84D6-48C4-A339-CA97A37609EE}">
      <dgm:prSet/>
      <dgm:spPr/>
      <dgm:t>
        <a:bodyPr/>
        <a:lstStyle/>
        <a:p>
          <a:r>
            <a:rPr lang="en-US"/>
            <a:t>• 3. Draw selection box</a:t>
          </a:r>
        </a:p>
      </dgm:t>
    </dgm:pt>
    <dgm:pt modelId="{7AC7DDE1-1A5C-4FE4-9439-1325545E7A72}" type="parTrans" cxnId="{D5885919-C8B0-4E48-9FCC-E715C5D41CF1}">
      <dgm:prSet/>
      <dgm:spPr/>
      <dgm:t>
        <a:bodyPr/>
        <a:lstStyle/>
        <a:p>
          <a:endParaRPr lang="en-US"/>
        </a:p>
      </dgm:t>
    </dgm:pt>
    <dgm:pt modelId="{7A2F4D78-E0C2-4DF0-A54B-8E5625FFFB0D}" type="sibTrans" cxnId="{D5885919-C8B0-4E48-9FCC-E715C5D41CF1}">
      <dgm:prSet/>
      <dgm:spPr/>
      <dgm:t>
        <a:bodyPr/>
        <a:lstStyle/>
        <a:p>
          <a:endParaRPr lang="en-US"/>
        </a:p>
      </dgm:t>
    </dgm:pt>
    <dgm:pt modelId="{61BA8C19-418D-44CD-911C-EEAC3B831963}">
      <dgm:prSet/>
      <dgm:spPr/>
      <dgm:t>
        <a:bodyPr/>
        <a:lstStyle/>
        <a:p>
          <a:r>
            <a:rPr lang="en-US"/>
            <a:t>• 4. Choose dataset &amp; product (LAZ preferred)</a:t>
          </a:r>
        </a:p>
      </dgm:t>
    </dgm:pt>
    <dgm:pt modelId="{B9F8A5AD-506D-4095-BF91-137C35D44076}" type="parTrans" cxnId="{DCA1A0EA-998F-4B6E-8A4F-79A8A8872C42}">
      <dgm:prSet/>
      <dgm:spPr/>
      <dgm:t>
        <a:bodyPr/>
        <a:lstStyle/>
        <a:p>
          <a:endParaRPr lang="en-US"/>
        </a:p>
      </dgm:t>
    </dgm:pt>
    <dgm:pt modelId="{BFD96DE1-D3D0-428C-BB1B-D17134E902C0}" type="sibTrans" cxnId="{DCA1A0EA-998F-4B6E-8A4F-79A8A8872C42}">
      <dgm:prSet/>
      <dgm:spPr/>
      <dgm:t>
        <a:bodyPr/>
        <a:lstStyle/>
        <a:p>
          <a:endParaRPr lang="en-US"/>
        </a:p>
      </dgm:t>
    </dgm:pt>
    <dgm:pt modelId="{43069C1B-23CC-4DC3-8AB5-343533EF3953}">
      <dgm:prSet/>
      <dgm:spPr/>
      <dgm:t>
        <a:bodyPr/>
        <a:lstStyle/>
        <a:p>
          <a:r>
            <a:rPr lang="en-US"/>
            <a:t>• 5. Download tiles</a:t>
          </a:r>
        </a:p>
      </dgm:t>
    </dgm:pt>
    <dgm:pt modelId="{D67529D3-4F2E-4C8E-B8E4-1F8187FDBB88}" type="parTrans" cxnId="{954DA17A-262A-42BB-9280-2884CF93B368}">
      <dgm:prSet/>
      <dgm:spPr/>
      <dgm:t>
        <a:bodyPr/>
        <a:lstStyle/>
        <a:p>
          <a:endParaRPr lang="en-US"/>
        </a:p>
      </dgm:t>
    </dgm:pt>
    <dgm:pt modelId="{35E1525A-F401-4B25-8D06-7688FE0AA749}" type="sibTrans" cxnId="{954DA17A-262A-42BB-9280-2884CF93B368}">
      <dgm:prSet/>
      <dgm:spPr/>
      <dgm:t>
        <a:bodyPr/>
        <a:lstStyle/>
        <a:p>
          <a:endParaRPr lang="en-US"/>
        </a:p>
      </dgm:t>
    </dgm:pt>
    <dgm:pt modelId="{3FB2AAA9-4E7D-4B94-AD2F-6772855C0F20}" type="pres">
      <dgm:prSet presAssocID="{48CA0B2F-B275-4E87-8093-0F0461FE2023}" presName="diagram" presStyleCnt="0">
        <dgm:presLayoutVars>
          <dgm:dir/>
          <dgm:resizeHandles val="exact"/>
        </dgm:presLayoutVars>
      </dgm:prSet>
      <dgm:spPr/>
    </dgm:pt>
    <dgm:pt modelId="{74524413-CBE0-4208-8194-C700CB9DB43F}" type="pres">
      <dgm:prSet presAssocID="{7F843875-FB40-4E62-B358-6F220A1CB322}" presName="node" presStyleLbl="node1" presStyleIdx="0" presStyleCnt="5">
        <dgm:presLayoutVars>
          <dgm:bulletEnabled val="1"/>
        </dgm:presLayoutVars>
      </dgm:prSet>
      <dgm:spPr/>
    </dgm:pt>
    <dgm:pt modelId="{CB110589-1AF6-4F71-BA12-E56DADE7BFCD}" type="pres">
      <dgm:prSet presAssocID="{FA43F2BA-E470-42A0-8B5F-C739C52DCA87}" presName="sibTrans" presStyleLbl="sibTrans2D1" presStyleIdx="0" presStyleCnt="4"/>
      <dgm:spPr/>
    </dgm:pt>
    <dgm:pt modelId="{55E6DC6C-5D66-47C2-85FC-0172121AC2EF}" type="pres">
      <dgm:prSet presAssocID="{FA43F2BA-E470-42A0-8B5F-C739C52DCA87}" presName="connectorText" presStyleLbl="sibTrans2D1" presStyleIdx="0" presStyleCnt="4"/>
      <dgm:spPr/>
    </dgm:pt>
    <dgm:pt modelId="{5ECA1D69-AB71-495E-A250-B27D77ED8EC0}" type="pres">
      <dgm:prSet presAssocID="{938756B0-1161-4412-BEA7-A4D6C136A346}" presName="node" presStyleLbl="node1" presStyleIdx="1" presStyleCnt="5">
        <dgm:presLayoutVars>
          <dgm:bulletEnabled val="1"/>
        </dgm:presLayoutVars>
      </dgm:prSet>
      <dgm:spPr/>
    </dgm:pt>
    <dgm:pt modelId="{6D67F9E4-6D11-4FDD-8401-606C665F3980}" type="pres">
      <dgm:prSet presAssocID="{23BF667C-4755-4E08-B7EE-EE2CAE18E63A}" presName="sibTrans" presStyleLbl="sibTrans2D1" presStyleIdx="1" presStyleCnt="4"/>
      <dgm:spPr/>
    </dgm:pt>
    <dgm:pt modelId="{08556547-DCD0-4A7C-A89B-9C0CB7C6F10C}" type="pres">
      <dgm:prSet presAssocID="{23BF667C-4755-4E08-B7EE-EE2CAE18E63A}" presName="connectorText" presStyleLbl="sibTrans2D1" presStyleIdx="1" presStyleCnt="4"/>
      <dgm:spPr/>
    </dgm:pt>
    <dgm:pt modelId="{03E16454-C197-4BD7-82A4-FADCD2ED4950}" type="pres">
      <dgm:prSet presAssocID="{FA179429-84D6-48C4-A339-CA97A37609EE}" presName="node" presStyleLbl="node1" presStyleIdx="2" presStyleCnt="5">
        <dgm:presLayoutVars>
          <dgm:bulletEnabled val="1"/>
        </dgm:presLayoutVars>
      </dgm:prSet>
      <dgm:spPr/>
    </dgm:pt>
    <dgm:pt modelId="{666AEDE1-4550-4EB9-916A-96A6D7431076}" type="pres">
      <dgm:prSet presAssocID="{7A2F4D78-E0C2-4DF0-A54B-8E5625FFFB0D}" presName="sibTrans" presStyleLbl="sibTrans2D1" presStyleIdx="2" presStyleCnt="4"/>
      <dgm:spPr/>
    </dgm:pt>
    <dgm:pt modelId="{5348B5E4-AD8E-453B-AB51-771773E5B1E8}" type="pres">
      <dgm:prSet presAssocID="{7A2F4D78-E0C2-4DF0-A54B-8E5625FFFB0D}" presName="connectorText" presStyleLbl="sibTrans2D1" presStyleIdx="2" presStyleCnt="4"/>
      <dgm:spPr/>
    </dgm:pt>
    <dgm:pt modelId="{B183A157-4258-4327-BB85-41D9D209D3A8}" type="pres">
      <dgm:prSet presAssocID="{61BA8C19-418D-44CD-911C-EEAC3B831963}" presName="node" presStyleLbl="node1" presStyleIdx="3" presStyleCnt="5">
        <dgm:presLayoutVars>
          <dgm:bulletEnabled val="1"/>
        </dgm:presLayoutVars>
      </dgm:prSet>
      <dgm:spPr/>
    </dgm:pt>
    <dgm:pt modelId="{03035B91-9ECF-4E26-8A5D-4FB14D556AC6}" type="pres">
      <dgm:prSet presAssocID="{BFD96DE1-D3D0-428C-BB1B-D17134E902C0}" presName="sibTrans" presStyleLbl="sibTrans2D1" presStyleIdx="3" presStyleCnt="4"/>
      <dgm:spPr/>
    </dgm:pt>
    <dgm:pt modelId="{108F6822-1663-407F-BC46-0FF31CE9A252}" type="pres">
      <dgm:prSet presAssocID="{BFD96DE1-D3D0-428C-BB1B-D17134E902C0}" presName="connectorText" presStyleLbl="sibTrans2D1" presStyleIdx="3" presStyleCnt="4"/>
      <dgm:spPr/>
    </dgm:pt>
    <dgm:pt modelId="{E318E0C7-2967-48A1-935E-C9098E3D4346}" type="pres">
      <dgm:prSet presAssocID="{43069C1B-23CC-4DC3-8AB5-343533EF3953}" presName="node" presStyleLbl="node1" presStyleIdx="4" presStyleCnt="5">
        <dgm:presLayoutVars>
          <dgm:bulletEnabled val="1"/>
        </dgm:presLayoutVars>
      </dgm:prSet>
      <dgm:spPr/>
    </dgm:pt>
  </dgm:ptLst>
  <dgm:cxnLst>
    <dgm:cxn modelId="{EF762801-5D14-4AA1-9EDF-09F9335660AF}" type="presOf" srcId="{BFD96DE1-D3D0-428C-BB1B-D17134E902C0}" destId="{108F6822-1663-407F-BC46-0FF31CE9A252}" srcOrd="1" destOrd="0" presId="urn:microsoft.com/office/officeart/2005/8/layout/process5"/>
    <dgm:cxn modelId="{FD593909-1F2A-4A6A-AD04-6689F3B7EC87}" type="presOf" srcId="{23BF667C-4755-4E08-B7EE-EE2CAE18E63A}" destId="{6D67F9E4-6D11-4FDD-8401-606C665F3980}" srcOrd="0" destOrd="0" presId="urn:microsoft.com/office/officeart/2005/8/layout/process5"/>
    <dgm:cxn modelId="{2F8B9E14-A85D-4D99-8FE9-3DBAB325EFA5}" type="presOf" srcId="{FA43F2BA-E470-42A0-8B5F-C739C52DCA87}" destId="{CB110589-1AF6-4F71-BA12-E56DADE7BFCD}" srcOrd="0" destOrd="0" presId="urn:microsoft.com/office/officeart/2005/8/layout/process5"/>
    <dgm:cxn modelId="{D5885919-C8B0-4E48-9FCC-E715C5D41CF1}" srcId="{48CA0B2F-B275-4E87-8093-0F0461FE2023}" destId="{FA179429-84D6-48C4-A339-CA97A37609EE}" srcOrd="2" destOrd="0" parTransId="{7AC7DDE1-1A5C-4FE4-9439-1325545E7A72}" sibTransId="{7A2F4D78-E0C2-4DF0-A54B-8E5625FFFB0D}"/>
    <dgm:cxn modelId="{4CDCC222-1F46-4661-8A16-04C89E120192}" type="presOf" srcId="{7A2F4D78-E0C2-4DF0-A54B-8E5625FFFB0D}" destId="{666AEDE1-4550-4EB9-916A-96A6D7431076}" srcOrd="0" destOrd="0" presId="urn:microsoft.com/office/officeart/2005/8/layout/process5"/>
    <dgm:cxn modelId="{A869D13D-0F08-4C90-91A3-63AF9DCD951C}" srcId="{48CA0B2F-B275-4E87-8093-0F0461FE2023}" destId="{938756B0-1161-4412-BEA7-A4D6C136A346}" srcOrd="1" destOrd="0" parTransId="{1671DD5A-C92E-4565-9363-4497E3BF27B1}" sibTransId="{23BF667C-4755-4E08-B7EE-EE2CAE18E63A}"/>
    <dgm:cxn modelId="{30265C5E-33EC-4BA1-8463-3FEB99F442FD}" type="presOf" srcId="{FA179429-84D6-48C4-A339-CA97A37609EE}" destId="{03E16454-C197-4BD7-82A4-FADCD2ED4950}" srcOrd="0" destOrd="0" presId="urn:microsoft.com/office/officeart/2005/8/layout/process5"/>
    <dgm:cxn modelId="{193D4962-83FD-4254-9FAE-BEB1F44D55F7}" type="presOf" srcId="{FA43F2BA-E470-42A0-8B5F-C739C52DCA87}" destId="{55E6DC6C-5D66-47C2-85FC-0172121AC2EF}" srcOrd="1" destOrd="0" presId="urn:microsoft.com/office/officeart/2005/8/layout/process5"/>
    <dgm:cxn modelId="{B6EF6763-E61C-446F-BF24-FB6177F6C915}" type="presOf" srcId="{BFD96DE1-D3D0-428C-BB1B-D17134E902C0}" destId="{03035B91-9ECF-4E26-8A5D-4FB14D556AC6}" srcOrd="0" destOrd="0" presId="urn:microsoft.com/office/officeart/2005/8/layout/process5"/>
    <dgm:cxn modelId="{2D65FB43-DFDA-464A-A295-04CDBBDDB9A3}" type="presOf" srcId="{7A2F4D78-E0C2-4DF0-A54B-8E5625FFFB0D}" destId="{5348B5E4-AD8E-453B-AB51-771773E5B1E8}" srcOrd="1" destOrd="0" presId="urn:microsoft.com/office/officeart/2005/8/layout/process5"/>
    <dgm:cxn modelId="{954DA17A-262A-42BB-9280-2884CF93B368}" srcId="{48CA0B2F-B275-4E87-8093-0F0461FE2023}" destId="{43069C1B-23CC-4DC3-8AB5-343533EF3953}" srcOrd="4" destOrd="0" parTransId="{D67529D3-4F2E-4C8E-B8E4-1F8187FDBB88}" sibTransId="{35E1525A-F401-4B25-8D06-7688FE0AA749}"/>
    <dgm:cxn modelId="{26121ABD-9426-4C27-9D90-B44C37CE4C24}" type="presOf" srcId="{61BA8C19-418D-44CD-911C-EEAC3B831963}" destId="{B183A157-4258-4327-BB85-41D9D209D3A8}" srcOrd="0" destOrd="0" presId="urn:microsoft.com/office/officeart/2005/8/layout/process5"/>
    <dgm:cxn modelId="{5CF790C2-9BAF-4A21-B345-B93BD5EA9DB8}" srcId="{48CA0B2F-B275-4E87-8093-0F0461FE2023}" destId="{7F843875-FB40-4E62-B358-6F220A1CB322}" srcOrd="0" destOrd="0" parTransId="{431671B2-5AAB-4343-BC0F-C7A2F3711786}" sibTransId="{FA43F2BA-E470-42A0-8B5F-C739C52DCA87}"/>
    <dgm:cxn modelId="{005128C5-9873-4597-956B-AE7428BBE3B6}" type="presOf" srcId="{43069C1B-23CC-4DC3-8AB5-343533EF3953}" destId="{E318E0C7-2967-48A1-935E-C9098E3D4346}" srcOrd="0" destOrd="0" presId="urn:microsoft.com/office/officeart/2005/8/layout/process5"/>
    <dgm:cxn modelId="{2C01E6D2-08A9-457C-88C9-A33687F27749}" type="presOf" srcId="{938756B0-1161-4412-BEA7-A4D6C136A346}" destId="{5ECA1D69-AB71-495E-A250-B27D77ED8EC0}" srcOrd="0" destOrd="0" presId="urn:microsoft.com/office/officeart/2005/8/layout/process5"/>
    <dgm:cxn modelId="{F26955E6-C312-4AC0-B7E8-07E608B23054}" type="presOf" srcId="{7F843875-FB40-4E62-B358-6F220A1CB322}" destId="{74524413-CBE0-4208-8194-C700CB9DB43F}" srcOrd="0" destOrd="0" presId="urn:microsoft.com/office/officeart/2005/8/layout/process5"/>
    <dgm:cxn modelId="{DCA1A0EA-998F-4B6E-8A4F-79A8A8872C42}" srcId="{48CA0B2F-B275-4E87-8093-0F0461FE2023}" destId="{61BA8C19-418D-44CD-911C-EEAC3B831963}" srcOrd="3" destOrd="0" parTransId="{B9F8A5AD-506D-4095-BF91-137C35D44076}" sibTransId="{BFD96DE1-D3D0-428C-BB1B-D17134E902C0}"/>
    <dgm:cxn modelId="{42B459F7-1DFF-453D-884E-6130A4BADFD3}" type="presOf" srcId="{23BF667C-4755-4E08-B7EE-EE2CAE18E63A}" destId="{08556547-DCD0-4A7C-A89B-9C0CB7C6F10C}" srcOrd="1" destOrd="0" presId="urn:microsoft.com/office/officeart/2005/8/layout/process5"/>
    <dgm:cxn modelId="{DCA5DFFE-7D27-4C21-B1D3-A7395791412A}" type="presOf" srcId="{48CA0B2F-B275-4E87-8093-0F0461FE2023}" destId="{3FB2AAA9-4E7D-4B94-AD2F-6772855C0F20}" srcOrd="0" destOrd="0" presId="urn:microsoft.com/office/officeart/2005/8/layout/process5"/>
    <dgm:cxn modelId="{6B8B0221-EEFD-4F87-957A-EEABB53B9F92}" type="presParOf" srcId="{3FB2AAA9-4E7D-4B94-AD2F-6772855C0F20}" destId="{74524413-CBE0-4208-8194-C700CB9DB43F}" srcOrd="0" destOrd="0" presId="urn:microsoft.com/office/officeart/2005/8/layout/process5"/>
    <dgm:cxn modelId="{80D40EB5-E73F-4FD4-90C9-EBBD3220C828}" type="presParOf" srcId="{3FB2AAA9-4E7D-4B94-AD2F-6772855C0F20}" destId="{CB110589-1AF6-4F71-BA12-E56DADE7BFCD}" srcOrd="1" destOrd="0" presId="urn:microsoft.com/office/officeart/2005/8/layout/process5"/>
    <dgm:cxn modelId="{C8B05889-5F56-42B8-BD8E-917416D58834}" type="presParOf" srcId="{CB110589-1AF6-4F71-BA12-E56DADE7BFCD}" destId="{55E6DC6C-5D66-47C2-85FC-0172121AC2EF}" srcOrd="0" destOrd="0" presId="urn:microsoft.com/office/officeart/2005/8/layout/process5"/>
    <dgm:cxn modelId="{0C53D29C-50D4-4FC0-A431-71CBB564348C}" type="presParOf" srcId="{3FB2AAA9-4E7D-4B94-AD2F-6772855C0F20}" destId="{5ECA1D69-AB71-495E-A250-B27D77ED8EC0}" srcOrd="2" destOrd="0" presId="urn:microsoft.com/office/officeart/2005/8/layout/process5"/>
    <dgm:cxn modelId="{FBF7FE54-B6AD-4493-A4B2-384A412E1D57}" type="presParOf" srcId="{3FB2AAA9-4E7D-4B94-AD2F-6772855C0F20}" destId="{6D67F9E4-6D11-4FDD-8401-606C665F3980}" srcOrd="3" destOrd="0" presId="urn:microsoft.com/office/officeart/2005/8/layout/process5"/>
    <dgm:cxn modelId="{DA2D13FE-0F74-4E53-A287-43BF0A64A9A7}" type="presParOf" srcId="{6D67F9E4-6D11-4FDD-8401-606C665F3980}" destId="{08556547-DCD0-4A7C-A89B-9C0CB7C6F10C}" srcOrd="0" destOrd="0" presId="urn:microsoft.com/office/officeart/2005/8/layout/process5"/>
    <dgm:cxn modelId="{D4EBC4E9-3850-4A0B-8F10-7103C30038AE}" type="presParOf" srcId="{3FB2AAA9-4E7D-4B94-AD2F-6772855C0F20}" destId="{03E16454-C197-4BD7-82A4-FADCD2ED4950}" srcOrd="4" destOrd="0" presId="urn:microsoft.com/office/officeart/2005/8/layout/process5"/>
    <dgm:cxn modelId="{4FCD11C4-5242-41F8-A94B-E0110EF074F1}" type="presParOf" srcId="{3FB2AAA9-4E7D-4B94-AD2F-6772855C0F20}" destId="{666AEDE1-4550-4EB9-916A-96A6D7431076}" srcOrd="5" destOrd="0" presId="urn:microsoft.com/office/officeart/2005/8/layout/process5"/>
    <dgm:cxn modelId="{C1065AFA-AEA4-4128-82F2-69BA3993AA09}" type="presParOf" srcId="{666AEDE1-4550-4EB9-916A-96A6D7431076}" destId="{5348B5E4-AD8E-453B-AB51-771773E5B1E8}" srcOrd="0" destOrd="0" presId="urn:microsoft.com/office/officeart/2005/8/layout/process5"/>
    <dgm:cxn modelId="{4C6C997D-CCF2-4444-A4BB-7183AC808FFA}" type="presParOf" srcId="{3FB2AAA9-4E7D-4B94-AD2F-6772855C0F20}" destId="{B183A157-4258-4327-BB85-41D9D209D3A8}" srcOrd="6" destOrd="0" presId="urn:microsoft.com/office/officeart/2005/8/layout/process5"/>
    <dgm:cxn modelId="{BAFEF135-7931-44A5-9CAA-046383545D3F}" type="presParOf" srcId="{3FB2AAA9-4E7D-4B94-AD2F-6772855C0F20}" destId="{03035B91-9ECF-4E26-8A5D-4FB14D556AC6}" srcOrd="7" destOrd="0" presId="urn:microsoft.com/office/officeart/2005/8/layout/process5"/>
    <dgm:cxn modelId="{D6D13D27-3FD4-4056-A159-930A456822ED}" type="presParOf" srcId="{03035B91-9ECF-4E26-8A5D-4FB14D556AC6}" destId="{108F6822-1663-407F-BC46-0FF31CE9A252}" srcOrd="0" destOrd="0" presId="urn:microsoft.com/office/officeart/2005/8/layout/process5"/>
    <dgm:cxn modelId="{A5CEC49E-855F-409A-A881-04E853A1DD4B}" type="presParOf" srcId="{3FB2AAA9-4E7D-4B94-AD2F-6772855C0F20}" destId="{E318E0C7-2967-48A1-935E-C9098E3D4346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F5FFF2-1D92-4805-B1D5-A1466B98236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6613D1D-6781-4E7E-9805-D42278B30B46}">
      <dgm:prSet/>
      <dgm:spPr/>
      <dgm:t>
        <a:bodyPr/>
        <a:lstStyle/>
        <a:p>
          <a:r>
            <a:rPr lang="en-US"/>
            <a:t>Metadata = dataset description</a:t>
          </a:r>
        </a:p>
      </dgm:t>
    </dgm:pt>
    <dgm:pt modelId="{F1D409D2-BA3F-4E51-A8F5-74CCC2BCAAA6}" type="parTrans" cxnId="{2D101DB8-25CF-48F9-878C-5370BB5F9E43}">
      <dgm:prSet/>
      <dgm:spPr/>
      <dgm:t>
        <a:bodyPr/>
        <a:lstStyle/>
        <a:p>
          <a:endParaRPr lang="en-US"/>
        </a:p>
      </dgm:t>
    </dgm:pt>
    <dgm:pt modelId="{ABA7BBC5-AA1B-4AF1-88FB-B02BE0128BA3}" type="sibTrans" cxnId="{2D101DB8-25CF-48F9-878C-5370BB5F9E43}">
      <dgm:prSet/>
      <dgm:spPr/>
      <dgm:t>
        <a:bodyPr/>
        <a:lstStyle/>
        <a:p>
          <a:endParaRPr lang="en-US"/>
        </a:p>
      </dgm:t>
    </dgm:pt>
    <dgm:pt modelId="{6D147C8F-BE10-4E6A-9EF7-626E9BA7C117}">
      <dgm:prSet/>
      <dgm:spPr/>
      <dgm:t>
        <a:bodyPr/>
        <a:lstStyle/>
        <a:p>
          <a:r>
            <a:rPr lang="en-US"/>
            <a:t>• Look for acquisition date</a:t>
          </a:r>
        </a:p>
      </dgm:t>
    </dgm:pt>
    <dgm:pt modelId="{05E5DB69-8B96-4339-8AB3-F27E0928FE56}" type="parTrans" cxnId="{054AB5D6-4240-4596-A396-5C9EB09EF9BA}">
      <dgm:prSet/>
      <dgm:spPr/>
      <dgm:t>
        <a:bodyPr/>
        <a:lstStyle/>
        <a:p>
          <a:endParaRPr lang="en-US"/>
        </a:p>
      </dgm:t>
    </dgm:pt>
    <dgm:pt modelId="{D8344BC7-946F-46B5-951D-6F5142404BEB}" type="sibTrans" cxnId="{054AB5D6-4240-4596-A396-5C9EB09EF9BA}">
      <dgm:prSet/>
      <dgm:spPr/>
      <dgm:t>
        <a:bodyPr/>
        <a:lstStyle/>
        <a:p>
          <a:endParaRPr lang="en-US"/>
        </a:p>
      </dgm:t>
    </dgm:pt>
    <dgm:pt modelId="{074B8382-D7A3-4707-BD93-4FF2A56DE4FB}">
      <dgm:prSet/>
      <dgm:spPr/>
      <dgm:t>
        <a:bodyPr/>
        <a:lstStyle/>
        <a:p>
          <a:r>
            <a:rPr lang="en-US"/>
            <a:t>• Check point density (pts/m²)</a:t>
          </a:r>
        </a:p>
      </dgm:t>
    </dgm:pt>
    <dgm:pt modelId="{59D5F9FB-5D31-4B14-93E2-85E237347DF2}" type="parTrans" cxnId="{15F3CCE7-C1D1-40C8-B986-C704F832B17B}">
      <dgm:prSet/>
      <dgm:spPr/>
      <dgm:t>
        <a:bodyPr/>
        <a:lstStyle/>
        <a:p>
          <a:endParaRPr lang="en-US"/>
        </a:p>
      </dgm:t>
    </dgm:pt>
    <dgm:pt modelId="{0E44ACBD-6740-4EE7-80F3-84FD87EA942E}" type="sibTrans" cxnId="{15F3CCE7-C1D1-40C8-B986-C704F832B17B}">
      <dgm:prSet/>
      <dgm:spPr/>
      <dgm:t>
        <a:bodyPr/>
        <a:lstStyle/>
        <a:p>
          <a:endParaRPr lang="en-US"/>
        </a:p>
      </dgm:t>
    </dgm:pt>
    <dgm:pt modelId="{A70B94DB-9383-4391-A3E3-F698221CE6F0}">
      <dgm:prSet/>
      <dgm:spPr/>
      <dgm:t>
        <a:bodyPr/>
        <a:lstStyle/>
        <a:p>
          <a:r>
            <a:rPr lang="en-US"/>
            <a:t>• Review accuracy information</a:t>
          </a:r>
        </a:p>
      </dgm:t>
    </dgm:pt>
    <dgm:pt modelId="{E0BBC1CC-B291-472C-B09E-7FB01FD5E9A3}" type="parTrans" cxnId="{2F6AB541-4A2D-43DD-BFB2-83DF7BD8599B}">
      <dgm:prSet/>
      <dgm:spPr/>
      <dgm:t>
        <a:bodyPr/>
        <a:lstStyle/>
        <a:p>
          <a:endParaRPr lang="en-US"/>
        </a:p>
      </dgm:t>
    </dgm:pt>
    <dgm:pt modelId="{4A01CB19-361D-45B9-A7A9-5061987DFF4E}" type="sibTrans" cxnId="{2F6AB541-4A2D-43DD-BFB2-83DF7BD8599B}">
      <dgm:prSet/>
      <dgm:spPr/>
      <dgm:t>
        <a:bodyPr/>
        <a:lstStyle/>
        <a:p>
          <a:endParaRPr lang="en-US"/>
        </a:p>
      </dgm:t>
    </dgm:pt>
    <dgm:pt modelId="{F45964C6-1363-45DE-8A20-706BA866EDFD}">
      <dgm:prSet/>
      <dgm:spPr/>
      <dgm:t>
        <a:bodyPr/>
        <a:lstStyle/>
        <a:p>
          <a:r>
            <a:rPr lang="en-US"/>
            <a:t>• Verify coordinate system &amp; units</a:t>
          </a:r>
        </a:p>
      </dgm:t>
    </dgm:pt>
    <dgm:pt modelId="{34800F80-4303-41B3-B00D-615D5F79E85A}" type="parTrans" cxnId="{40E59368-9F94-4C32-863C-1D3C6A691C1C}">
      <dgm:prSet/>
      <dgm:spPr/>
      <dgm:t>
        <a:bodyPr/>
        <a:lstStyle/>
        <a:p>
          <a:endParaRPr lang="en-US"/>
        </a:p>
      </dgm:t>
    </dgm:pt>
    <dgm:pt modelId="{BE7CD36C-2290-45C9-B59C-CDD947BD24F0}" type="sibTrans" cxnId="{40E59368-9F94-4C32-863C-1D3C6A691C1C}">
      <dgm:prSet/>
      <dgm:spPr/>
      <dgm:t>
        <a:bodyPr/>
        <a:lstStyle/>
        <a:p>
          <a:endParaRPr lang="en-US"/>
        </a:p>
      </dgm:t>
    </dgm:pt>
    <dgm:pt modelId="{05EC7DA3-0F19-4D1F-B7B9-748DA045316A}" type="pres">
      <dgm:prSet presAssocID="{E2F5FFF2-1D92-4805-B1D5-A1466B982360}" presName="root" presStyleCnt="0">
        <dgm:presLayoutVars>
          <dgm:dir/>
          <dgm:resizeHandles val="exact"/>
        </dgm:presLayoutVars>
      </dgm:prSet>
      <dgm:spPr/>
    </dgm:pt>
    <dgm:pt modelId="{0A22A6FB-0524-4904-B18B-675195E38837}" type="pres">
      <dgm:prSet presAssocID="{E2F5FFF2-1D92-4805-B1D5-A1466B982360}" presName="container" presStyleCnt="0">
        <dgm:presLayoutVars>
          <dgm:dir/>
          <dgm:resizeHandles val="exact"/>
        </dgm:presLayoutVars>
      </dgm:prSet>
      <dgm:spPr/>
    </dgm:pt>
    <dgm:pt modelId="{F9BC5523-703D-4C3F-B988-BE970B4327E8}" type="pres">
      <dgm:prSet presAssocID="{E6613D1D-6781-4E7E-9805-D42278B30B46}" presName="compNode" presStyleCnt="0"/>
      <dgm:spPr/>
    </dgm:pt>
    <dgm:pt modelId="{C1364379-CE36-48B6-9112-29D581B9D6ED}" type="pres">
      <dgm:prSet presAssocID="{E6613D1D-6781-4E7E-9805-D42278B30B46}" presName="iconBgRect" presStyleLbl="bgShp" presStyleIdx="0" presStyleCnt="5"/>
      <dgm:spPr/>
    </dgm:pt>
    <dgm:pt modelId="{B935B0A9-9B9B-45F0-9019-34DDE9152E76}" type="pres">
      <dgm:prSet presAssocID="{E6613D1D-6781-4E7E-9805-D42278B30B4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34EB087-070E-4418-AD95-4ED279927870}" type="pres">
      <dgm:prSet presAssocID="{E6613D1D-6781-4E7E-9805-D42278B30B46}" presName="spaceRect" presStyleCnt="0"/>
      <dgm:spPr/>
    </dgm:pt>
    <dgm:pt modelId="{4FDB64BB-A671-4449-9229-33BB39201877}" type="pres">
      <dgm:prSet presAssocID="{E6613D1D-6781-4E7E-9805-D42278B30B46}" presName="textRect" presStyleLbl="revTx" presStyleIdx="0" presStyleCnt="5">
        <dgm:presLayoutVars>
          <dgm:chMax val="1"/>
          <dgm:chPref val="1"/>
        </dgm:presLayoutVars>
      </dgm:prSet>
      <dgm:spPr/>
    </dgm:pt>
    <dgm:pt modelId="{0B395035-EFFA-4CB3-B5E4-2CD42AFA4A44}" type="pres">
      <dgm:prSet presAssocID="{ABA7BBC5-AA1B-4AF1-88FB-B02BE0128BA3}" presName="sibTrans" presStyleLbl="sibTrans2D1" presStyleIdx="0" presStyleCnt="0"/>
      <dgm:spPr/>
    </dgm:pt>
    <dgm:pt modelId="{744A8844-C581-4382-879B-308568E98C7D}" type="pres">
      <dgm:prSet presAssocID="{6D147C8F-BE10-4E6A-9EF7-626E9BA7C117}" presName="compNode" presStyleCnt="0"/>
      <dgm:spPr/>
    </dgm:pt>
    <dgm:pt modelId="{1DA469E3-DF22-4BFE-91A0-09A59045E9AF}" type="pres">
      <dgm:prSet presAssocID="{6D147C8F-BE10-4E6A-9EF7-626E9BA7C117}" presName="iconBgRect" presStyleLbl="bgShp" presStyleIdx="1" presStyleCnt="5"/>
      <dgm:spPr/>
    </dgm:pt>
    <dgm:pt modelId="{F5D722C9-7591-4FAC-9F66-F0DA3E1AA090}" type="pres">
      <dgm:prSet presAssocID="{6D147C8F-BE10-4E6A-9EF7-626E9BA7C11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04AB4521-E482-447F-B90A-0B6FEACC1228}" type="pres">
      <dgm:prSet presAssocID="{6D147C8F-BE10-4E6A-9EF7-626E9BA7C117}" presName="spaceRect" presStyleCnt="0"/>
      <dgm:spPr/>
    </dgm:pt>
    <dgm:pt modelId="{611791E1-FB5B-4EF0-AB0C-10DAE2ED3E7E}" type="pres">
      <dgm:prSet presAssocID="{6D147C8F-BE10-4E6A-9EF7-626E9BA7C117}" presName="textRect" presStyleLbl="revTx" presStyleIdx="1" presStyleCnt="5">
        <dgm:presLayoutVars>
          <dgm:chMax val="1"/>
          <dgm:chPref val="1"/>
        </dgm:presLayoutVars>
      </dgm:prSet>
      <dgm:spPr/>
    </dgm:pt>
    <dgm:pt modelId="{53AB2B4C-D766-4DE8-A466-91E7A9D4EADD}" type="pres">
      <dgm:prSet presAssocID="{D8344BC7-946F-46B5-951D-6F5142404BEB}" presName="sibTrans" presStyleLbl="sibTrans2D1" presStyleIdx="0" presStyleCnt="0"/>
      <dgm:spPr/>
    </dgm:pt>
    <dgm:pt modelId="{A1C7CC93-22BD-46DA-9335-51733D58D547}" type="pres">
      <dgm:prSet presAssocID="{074B8382-D7A3-4707-BD93-4FF2A56DE4FB}" presName="compNode" presStyleCnt="0"/>
      <dgm:spPr/>
    </dgm:pt>
    <dgm:pt modelId="{A40380EC-881F-423E-BE4E-4033DF966FCE}" type="pres">
      <dgm:prSet presAssocID="{074B8382-D7A3-4707-BD93-4FF2A56DE4FB}" presName="iconBgRect" presStyleLbl="bgShp" presStyleIdx="2" presStyleCnt="5"/>
      <dgm:spPr/>
    </dgm:pt>
    <dgm:pt modelId="{CCC25A88-5153-493E-B851-5D1D4288062B}" type="pres">
      <dgm:prSet presAssocID="{074B8382-D7A3-4707-BD93-4FF2A56DE4F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t"/>
        </a:ext>
      </dgm:extLst>
    </dgm:pt>
    <dgm:pt modelId="{17F812A1-C876-43DD-807A-C072DB9DF630}" type="pres">
      <dgm:prSet presAssocID="{074B8382-D7A3-4707-BD93-4FF2A56DE4FB}" presName="spaceRect" presStyleCnt="0"/>
      <dgm:spPr/>
    </dgm:pt>
    <dgm:pt modelId="{2B192518-9263-4095-A2DA-40D96975C6DB}" type="pres">
      <dgm:prSet presAssocID="{074B8382-D7A3-4707-BD93-4FF2A56DE4FB}" presName="textRect" presStyleLbl="revTx" presStyleIdx="2" presStyleCnt="5">
        <dgm:presLayoutVars>
          <dgm:chMax val="1"/>
          <dgm:chPref val="1"/>
        </dgm:presLayoutVars>
      </dgm:prSet>
      <dgm:spPr/>
    </dgm:pt>
    <dgm:pt modelId="{2570FF3E-8420-4F8F-9A29-0499297C1821}" type="pres">
      <dgm:prSet presAssocID="{0E44ACBD-6740-4EE7-80F3-84FD87EA942E}" presName="sibTrans" presStyleLbl="sibTrans2D1" presStyleIdx="0" presStyleCnt="0"/>
      <dgm:spPr/>
    </dgm:pt>
    <dgm:pt modelId="{F325AEBF-653D-4247-BD8D-4523DA8938F3}" type="pres">
      <dgm:prSet presAssocID="{A70B94DB-9383-4391-A3E3-F698221CE6F0}" presName="compNode" presStyleCnt="0"/>
      <dgm:spPr/>
    </dgm:pt>
    <dgm:pt modelId="{6112F64F-E919-4F0A-B7D2-CD91AD88F18C}" type="pres">
      <dgm:prSet presAssocID="{A70B94DB-9383-4391-A3E3-F698221CE6F0}" presName="iconBgRect" presStyleLbl="bgShp" presStyleIdx="3" presStyleCnt="5"/>
      <dgm:spPr/>
    </dgm:pt>
    <dgm:pt modelId="{B0B48D33-5878-44F0-A25B-74C60D3BB9B2}" type="pres">
      <dgm:prSet presAssocID="{A70B94DB-9383-4391-A3E3-F698221CE6F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FB12E91-9271-4B77-AA0B-63E8F400970D}" type="pres">
      <dgm:prSet presAssocID="{A70B94DB-9383-4391-A3E3-F698221CE6F0}" presName="spaceRect" presStyleCnt="0"/>
      <dgm:spPr/>
    </dgm:pt>
    <dgm:pt modelId="{2716CE43-B795-4DEE-BC13-A1A9AEE425A2}" type="pres">
      <dgm:prSet presAssocID="{A70B94DB-9383-4391-A3E3-F698221CE6F0}" presName="textRect" presStyleLbl="revTx" presStyleIdx="3" presStyleCnt="5">
        <dgm:presLayoutVars>
          <dgm:chMax val="1"/>
          <dgm:chPref val="1"/>
        </dgm:presLayoutVars>
      </dgm:prSet>
      <dgm:spPr/>
    </dgm:pt>
    <dgm:pt modelId="{C66E86AD-5F05-4523-ACA3-72CAF7B4CA59}" type="pres">
      <dgm:prSet presAssocID="{4A01CB19-361D-45B9-A7A9-5061987DFF4E}" presName="sibTrans" presStyleLbl="sibTrans2D1" presStyleIdx="0" presStyleCnt="0"/>
      <dgm:spPr/>
    </dgm:pt>
    <dgm:pt modelId="{69ABF332-510B-4F24-B1EE-8A610FAFCE88}" type="pres">
      <dgm:prSet presAssocID="{F45964C6-1363-45DE-8A20-706BA866EDFD}" presName="compNode" presStyleCnt="0"/>
      <dgm:spPr/>
    </dgm:pt>
    <dgm:pt modelId="{6DFBBF50-C1D8-47FE-9A52-563FC4C6E6BD}" type="pres">
      <dgm:prSet presAssocID="{F45964C6-1363-45DE-8A20-706BA866EDFD}" presName="iconBgRect" presStyleLbl="bgShp" presStyleIdx="4" presStyleCnt="5"/>
      <dgm:spPr/>
    </dgm:pt>
    <dgm:pt modelId="{9B2B96C8-DFE2-46A9-8BDB-3D6FE2A06B3A}" type="pres">
      <dgm:prSet presAssocID="{F45964C6-1363-45DE-8A20-706BA866EDF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A27D802E-3636-4A10-9FDE-4EE0FCB7377E}" type="pres">
      <dgm:prSet presAssocID="{F45964C6-1363-45DE-8A20-706BA866EDFD}" presName="spaceRect" presStyleCnt="0"/>
      <dgm:spPr/>
    </dgm:pt>
    <dgm:pt modelId="{36D38A63-895A-4827-BF9A-DB2F7C24AF1B}" type="pres">
      <dgm:prSet presAssocID="{F45964C6-1363-45DE-8A20-706BA866EDF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9BB053C-5113-4458-AB45-D93094EC910F}" type="presOf" srcId="{ABA7BBC5-AA1B-4AF1-88FB-B02BE0128BA3}" destId="{0B395035-EFFA-4CB3-B5E4-2CD42AFA4A44}" srcOrd="0" destOrd="0" presId="urn:microsoft.com/office/officeart/2018/2/layout/IconCircleList"/>
    <dgm:cxn modelId="{2F6AB541-4A2D-43DD-BFB2-83DF7BD8599B}" srcId="{E2F5FFF2-1D92-4805-B1D5-A1466B982360}" destId="{A70B94DB-9383-4391-A3E3-F698221CE6F0}" srcOrd="3" destOrd="0" parTransId="{E0BBC1CC-B291-472C-B09E-7FB01FD5E9A3}" sibTransId="{4A01CB19-361D-45B9-A7A9-5061987DFF4E}"/>
    <dgm:cxn modelId="{AB15BF41-6CF4-4B4F-85CC-E63E9698542C}" type="presOf" srcId="{0E44ACBD-6740-4EE7-80F3-84FD87EA942E}" destId="{2570FF3E-8420-4F8F-9A29-0499297C1821}" srcOrd="0" destOrd="0" presId="urn:microsoft.com/office/officeart/2018/2/layout/IconCircleList"/>
    <dgm:cxn modelId="{70D57347-5238-4507-85CE-1DB556728A76}" type="presOf" srcId="{F45964C6-1363-45DE-8A20-706BA866EDFD}" destId="{36D38A63-895A-4827-BF9A-DB2F7C24AF1B}" srcOrd="0" destOrd="0" presId="urn:microsoft.com/office/officeart/2018/2/layout/IconCircleList"/>
    <dgm:cxn modelId="{40E59368-9F94-4C32-863C-1D3C6A691C1C}" srcId="{E2F5FFF2-1D92-4805-B1D5-A1466B982360}" destId="{F45964C6-1363-45DE-8A20-706BA866EDFD}" srcOrd="4" destOrd="0" parTransId="{34800F80-4303-41B3-B00D-615D5F79E85A}" sibTransId="{BE7CD36C-2290-45C9-B59C-CDD947BD24F0}"/>
    <dgm:cxn modelId="{57816769-4EFB-482D-9F7E-C2AD725CC350}" type="presOf" srcId="{A70B94DB-9383-4391-A3E3-F698221CE6F0}" destId="{2716CE43-B795-4DEE-BC13-A1A9AEE425A2}" srcOrd="0" destOrd="0" presId="urn:microsoft.com/office/officeart/2018/2/layout/IconCircleList"/>
    <dgm:cxn modelId="{68309D81-521B-4283-91A2-6B58C59FF13C}" type="presOf" srcId="{6D147C8F-BE10-4E6A-9EF7-626E9BA7C117}" destId="{611791E1-FB5B-4EF0-AB0C-10DAE2ED3E7E}" srcOrd="0" destOrd="0" presId="urn:microsoft.com/office/officeart/2018/2/layout/IconCircleList"/>
    <dgm:cxn modelId="{383CC384-CF1E-40BB-BEA5-CE52175E2B91}" type="presOf" srcId="{4A01CB19-361D-45B9-A7A9-5061987DFF4E}" destId="{C66E86AD-5F05-4523-ACA3-72CAF7B4CA59}" srcOrd="0" destOrd="0" presId="urn:microsoft.com/office/officeart/2018/2/layout/IconCircleList"/>
    <dgm:cxn modelId="{96AC52A3-2E42-494C-8E81-9F833CF4110C}" type="presOf" srcId="{E2F5FFF2-1D92-4805-B1D5-A1466B982360}" destId="{05EC7DA3-0F19-4D1F-B7B9-748DA045316A}" srcOrd="0" destOrd="0" presId="urn:microsoft.com/office/officeart/2018/2/layout/IconCircleList"/>
    <dgm:cxn modelId="{DA0ACAAE-EF14-4CD5-97E4-C30842581A20}" type="presOf" srcId="{074B8382-D7A3-4707-BD93-4FF2A56DE4FB}" destId="{2B192518-9263-4095-A2DA-40D96975C6DB}" srcOrd="0" destOrd="0" presId="urn:microsoft.com/office/officeart/2018/2/layout/IconCircleList"/>
    <dgm:cxn modelId="{2D101DB8-25CF-48F9-878C-5370BB5F9E43}" srcId="{E2F5FFF2-1D92-4805-B1D5-A1466B982360}" destId="{E6613D1D-6781-4E7E-9805-D42278B30B46}" srcOrd="0" destOrd="0" parTransId="{F1D409D2-BA3F-4E51-A8F5-74CCC2BCAAA6}" sibTransId="{ABA7BBC5-AA1B-4AF1-88FB-B02BE0128BA3}"/>
    <dgm:cxn modelId="{D1184EBE-66C5-41D7-95DD-51A529024688}" type="presOf" srcId="{E6613D1D-6781-4E7E-9805-D42278B30B46}" destId="{4FDB64BB-A671-4449-9229-33BB39201877}" srcOrd="0" destOrd="0" presId="urn:microsoft.com/office/officeart/2018/2/layout/IconCircleList"/>
    <dgm:cxn modelId="{054AB5D6-4240-4596-A396-5C9EB09EF9BA}" srcId="{E2F5FFF2-1D92-4805-B1D5-A1466B982360}" destId="{6D147C8F-BE10-4E6A-9EF7-626E9BA7C117}" srcOrd="1" destOrd="0" parTransId="{05E5DB69-8B96-4339-8AB3-F27E0928FE56}" sibTransId="{D8344BC7-946F-46B5-951D-6F5142404BEB}"/>
    <dgm:cxn modelId="{15F3CCE7-C1D1-40C8-B986-C704F832B17B}" srcId="{E2F5FFF2-1D92-4805-B1D5-A1466B982360}" destId="{074B8382-D7A3-4707-BD93-4FF2A56DE4FB}" srcOrd="2" destOrd="0" parTransId="{59D5F9FB-5D31-4B14-93E2-85E237347DF2}" sibTransId="{0E44ACBD-6740-4EE7-80F3-84FD87EA942E}"/>
    <dgm:cxn modelId="{1E849CF4-11C5-4D9B-9F18-DF0A9334F608}" type="presOf" srcId="{D8344BC7-946F-46B5-951D-6F5142404BEB}" destId="{53AB2B4C-D766-4DE8-A466-91E7A9D4EADD}" srcOrd="0" destOrd="0" presId="urn:microsoft.com/office/officeart/2018/2/layout/IconCircleList"/>
    <dgm:cxn modelId="{CE192FAD-039D-4994-AA69-DDF17C056AB8}" type="presParOf" srcId="{05EC7DA3-0F19-4D1F-B7B9-748DA045316A}" destId="{0A22A6FB-0524-4904-B18B-675195E38837}" srcOrd="0" destOrd="0" presId="urn:microsoft.com/office/officeart/2018/2/layout/IconCircleList"/>
    <dgm:cxn modelId="{EFBCBB27-F20E-41AB-8946-A85F48BAF3DA}" type="presParOf" srcId="{0A22A6FB-0524-4904-B18B-675195E38837}" destId="{F9BC5523-703D-4C3F-B988-BE970B4327E8}" srcOrd="0" destOrd="0" presId="urn:microsoft.com/office/officeart/2018/2/layout/IconCircleList"/>
    <dgm:cxn modelId="{3C0B06F8-528D-4ACA-A07F-3FA5C3554522}" type="presParOf" srcId="{F9BC5523-703D-4C3F-B988-BE970B4327E8}" destId="{C1364379-CE36-48B6-9112-29D581B9D6ED}" srcOrd="0" destOrd="0" presId="urn:microsoft.com/office/officeart/2018/2/layout/IconCircleList"/>
    <dgm:cxn modelId="{DFFCC847-A9BB-469F-9CB2-00A6BFFE4858}" type="presParOf" srcId="{F9BC5523-703D-4C3F-B988-BE970B4327E8}" destId="{B935B0A9-9B9B-45F0-9019-34DDE9152E76}" srcOrd="1" destOrd="0" presId="urn:microsoft.com/office/officeart/2018/2/layout/IconCircleList"/>
    <dgm:cxn modelId="{38E9DA1F-BB44-4DDB-ADDE-2345B9330DA2}" type="presParOf" srcId="{F9BC5523-703D-4C3F-B988-BE970B4327E8}" destId="{934EB087-070E-4418-AD95-4ED279927870}" srcOrd="2" destOrd="0" presId="urn:microsoft.com/office/officeart/2018/2/layout/IconCircleList"/>
    <dgm:cxn modelId="{984E12D8-5BDE-4109-A822-358FE8E2D1D3}" type="presParOf" srcId="{F9BC5523-703D-4C3F-B988-BE970B4327E8}" destId="{4FDB64BB-A671-4449-9229-33BB39201877}" srcOrd="3" destOrd="0" presId="urn:microsoft.com/office/officeart/2018/2/layout/IconCircleList"/>
    <dgm:cxn modelId="{D5CCEC51-A476-413B-96DE-2E5DCD4B570C}" type="presParOf" srcId="{0A22A6FB-0524-4904-B18B-675195E38837}" destId="{0B395035-EFFA-4CB3-B5E4-2CD42AFA4A44}" srcOrd="1" destOrd="0" presId="urn:microsoft.com/office/officeart/2018/2/layout/IconCircleList"/>
    <dgm:cxn modelId="{42774AC2-D019-457B-BC45-7D29885B0741}" type="presParOf" srcId="{0A22A6FB-0524-4904-B18B-675195E38837}" destId="{744A8844-C581-4382-879B-308568E98C7D}" srcOrd="2" destOrd="0" presId="urn:microsoft.com/office/officeart/2018/2/layout/IconCircleList"/>
    <dgm:cxn modelId="{AC10A7AF-F564-4EA4-A471-58DD02530C54}" type="presParOf" srcId="{744A8844-C581-4382-879B-308568E98C7D}" destId="{1DA469E3-DF22-4BFE-91A0-09A59045E9AF}" srcOrd="0" destOrd="0" presId="urn:microsoft.com/office/officeart/2018/2/layout/IconCircleList"/>
    <dgm:cxn modelId="{DFFB9B04-754C-4567-BBD0-952196004A5C}" type="presParOf" srcId="{744A8844-C581-4382-879B-308568E98C7D}" destId="{F5D722C9-7591-4FAC-9F66-F0DA3E1AA090}" srcOrd="1" destOrd="0" presId="urn:microsoft.com/office/officeart/2018/2/layout/IconCircleList"/>
    <dgm:cxn modelId="{E3AF33A4-7F15-4E36-8ECA-02AE1D724CFA}" type="presParOf" srcId="{744A8844-C581-4382-879B-308568E98C7D}" destId="{04AB4521-E482-447F-B90A-0B6FEACC1228}" srcOrd="2" destOrd="0" presId="urn:microsoft.com/office/officeart/2018/2/layout/IconCircleList"/>
    <dgm:cxn modelId="{C8E9675B-1966-4C81-B166-9AFDED7C4A05}" type="presParOf" srcId="{744A8844-C581-4382-879B-308568E98C7D}" destId="{611791E1-FB5B-4EF0-AB0C-10DAE2ED3E7E}" srcOrd="3" destOrd="0" presId="urn:microsoft.com/office/officeart/2018/2/layout/IconCircleList"/>
    <dgm:cxn modelId="{C8110EED-D3FF-4DFB-87C3-6E79B036F883}" type="presParOf" srcId="{0A22A6FB-0524-4904-B18B-675195E38837}" destId="{53AB2B4C-D766-4DE8-A466-91E7A9D4EADD}" srcOrd="3" destOrd="0" presId="urn:microsoft.com/office/officeart/2018/2/layout/IconCircleList"/>
    <dgm:cxn modelId="{39BE2768-BF94-4B3B-892D-FA6A55D3A853}" type="presParOf" srcId="{0A22A6FB-0524-4904-B18B-675195E38837}" destId="{A1C7CC93-22BD-46DA-9335-51733D58D547}" srcOrd="4" destOrd="0" presId="urn:microsoft.com/office/officeart/2018/2/layout/IconCircleList"/>
    <dgm:cxn modelId="{19B9C86A-84DD-4B53-BC75-43BF34438609}" type="presParOf" srcId="{A1C7CC93-22BD-46DA-9335-51733D58D547}" destId="{A40380EC-881F-423E-BE4E-4033DF966FCE}" srcOrd="0" destOrd="0" presId="urn:microsoft.com/office/officeart/2018/2/layout/IconCircleList"/>
    <dgm:cxn modelId="{D8641C3E-48BC-4A53-BD17-C7035915392E}" type="presParOf" srcId="{A1C7CC93-22BD-46DA-9335-51733D58D547}" destId="{CCC25A88-5153-493E-B851-5D1D4288062B}" srcOrd="1" destOrd="0" presId="urn:microsoft.com/office/officeart/2018/2/layout/IconCircleList"/>
    <dgm:cxn modelId="{F000268C-A391-48C3-A119-641EB5DF6E02}" type="presParOf" srcId="{A1C7CC93-22BD-46DA-9335-51733D58D547}" destId="{17F812A1-C876-43DD-807A-C072DB9DF630}" srcOrd="2" destOrd="0" presId="urn:microsoft.com/office/officeart/2018/2/layout/IconCircleList"/>
    <dgm:cxn modelId="{66C0BB4E-7F4C-4FB8-A2C3-1BF8BDBDCB50}" type="presParOf" srcId="{A1C7CC93-22BD-46DA-9335-51733D58D547}" destId="{2B192518-9263-4095-A2DA-40D96975C6DB}" srcOrd="3" destOrd="0" presId="urn:microsoft.com/office/officeart/2018/2/layout/IconCircleList"/>
    <dgm:cxn modelId="{8A9BF5DD-F395-4258-B8D8-8911DF70A107}" type="presParOf" srcId="{0A22A6FB-0524-4904-B18B-675195E38837}" destId="{2570FF3E-8420-4F8F-9A29-0499297C1821}" srcOrd="5" destOrd="0" presId="urn:microsoft.com/office/officeart/2018/2/layout/IconCircleList"/>
    <dgm:cxn modelId="{4D83A88F-1175-4E5D-855A-EBA889667E29}" type="presParOf" srcId="{0A22A6FB-0524-4904-B18B-675195E38837}" destId="{F325AEBF-653D-4247-BD8D-4523DA8938F3}" srcOrd="6" destOrd="0" presId="urn:microsoft.com/office/officeart/2018/2/layout/IconCircleList"/>
    <dgm:cxn modelId="{3C96E272-553A-497D-9420-D89079C5E526}" type="presParOf" srcId="{F325AEBF-653D-4247-BD8D-4523DA8938F3}" destId="{6112F64F-E919-4F0A-B7D2-CD91AD88F18C}" srcOrd="0" destOrd="0" presId="urn:microsoft.com/office/officeart/2018/2/layout/IconCircleList"/>
    <dgm:cxn modelId="{079B8DC2-45EF-46F1-93E5-BB437BB68BE4}" type="presParOf" srcId="{F325AEBF-653D-4247-BD8D-4523DA8938F3}" destId="{B0B48D33-5878-44F0-A25B-74C60D3BB9B2}" srcOrd="1" destOrd="0" presId="urn:microsoft.com/office/officeart/2018/2/layout/IconCircleList"/>
    <dgm:cxn modelId="{9A269872-556E-468D-B522-38504457BAF5}" type="presParOf" srcId="{F325AEBF-653D-4247-BD8D-4523DA8938F3}" destId="{5FB12E91-9271-4B77-AA0B-63E8F400970D}" srcOrd="2" destOrd="0" presId="urn:microsoft.com/office/officeart/2018/2/layout/IconCircleList"/>
    <dgm:cxn modelId="{CDA394E2-7E16-41FA-8655-9537CC740ABC}" type="presParOf" srcId="{F325AEBF-653D-4247-BD8D-4523DA8938F3}" destId="{2716CE43-B795-4DEE-BC13-A1A9AEE425A2}" srcOrd="3" destOrd="0" presId="urn:microsoft.com/office/officeart/2018/2/layout/IconCircleList"/>
    <dgm:cxn modelId="{E928EFB3-2D45-4697-A87C-0225B7A561BB}" type="presParOf" srcId="{0A22A6FB-0524-4904-B18B-675195E38837}" destId="{C66E86AD-5F05-4523-ACA3-72CAF7B4CA59}" srcOrd="7" destOrd="0" presId="urn:microsoft.com/office/officeart/2018/2/layout/IconCircleList"/>
    <dgm:cxn modelId="{5BDA7311-3767-4252-80CD-717E3017996D}" type="presParOf" srcId="{0A22A6FB-0524-4904-B18B-675195E38837}" destId="{69ABF332-510B-4F24-B1EE-8A610FAFCE88}" srcOrd="8" destOrd="0" presId="urn:microsoft.com/office/officeart/2018/2/layout/IconCircleList"/>
    <dgm:cxn modelId="{70805089-C519-4205-9928-C478397FC320}" type="presParOf" srcId="{69ABF332-510B-4F24-B1EE-8A610FAFCE88}" destId="{6DFBBF50-C1D8-47FE-9A52-563FC4C6E6BD}" srcOrd="0" destOrd="0" presId="urn:microsoft.com/office/officeart/2018/2/layout/IconCircleList"/>
    <dgm:cxn modelId="{336B8D81-CF4E-47C8-9C37-10F10BFBF647}" type="presParOf" srcId="{69ABF332-510B-4F24-B1EE-8A610FAFCE88}" destId="{9B2B96C8-DFE2-46A9-8BDB-3D6FE2A06B3A}" srcOrd="1" destOrd="0" presId="urn:microsoft.com/office/officeart/2018/2/layout/IconCircleList"/>
    <dgm:cxn modelId="{EC240EB1-935C-464D-9B1A-7591954781AC}" type="presParOf" srcId="{69ABF332-510B-4F24-B1EE-8A610FAFCE88}" destId="{A27D802E-3636-4A10-9FDE-4EE0FCB7377E}" srcOrd="2" destOrd="0" presId="urn:microsoft.com/office/officeart/2018/2/layout/IconCircleList"/>
    <dgm:cxn modelId="{5A8C39F2-4A30-4F4B-A711-D061E33D19BE}" type="presParOf" srcId="{69ABF332-510B-4F24-B1EE-8A610FAFCE88}" destId="{36D38A63-895A-4827-BF9A-DB2F7C24AF1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3DAC38-DC41-48DC-9533-A43A86EBF85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E3A43AE-EAB0-4DC5-AB38-A8566352F32D}">
      <dgm:prSet/>
      <dgm:spPr/>
      <dgm:t>
        <a:bodyPr/>
        <a:lstStyle/>
        <a:p>
          <a:pPr>
            <a:defRPr cap="all"/>
          </a:pPr>
          <a:r>
            <a:rPr lang="en-US"/>
            <a:t>Determines data quality</a:t>
          </a:r>
        </a:p>
      </dgm:t>
    </dgm:pt>
    <dgm:pt modelId="{2480F0A9-D416-4AE7-9F53-5F70759A08EE}" type="parTrans" cxnId="{627F9227-4F5A-43BC-83F6-8C7D6CE62A92}">
      <dgm:prSet/>
      <dgm:spPr/>
      <dgm:t>
        <a:bodyPr/>
        <a:lstStyle/>
        <a:p>
          <a:endParaRPr lang="en-US"/>
        </a:p>
      </dgm:t>
    </dgm:pt>
    <dgm:pt modelId="{23BC9A68-59D5-4904-8424-FDB903D11290}" type="sibTrans" cxnId="{627F9227-4F5A-43BC-83F6-8C7D6CE62A92}">
      <dgm:prSet/>
      <dgm:spPr/>
      <dgm:t>
        <a:bodyPr/>
        <a:lstStyle/>
        <a:p>
          <a:endParaRPr lang="en-US"/>
        </a:p>
      </dgm:t>
    </dgm:pt>
    <dgm:pt modelId="{E94567AF-92CF-4DC4-8742-D5B657C5BC86}">
      <dgm:prSet/>
      <dgm:spPr/>
      <dgm:t>
        <a:bodyPr/>
        <a:lstStyle/>
        <a:p>
          <a:pPr>
            <a:defRPr cap="all"/>
          </a:pPr>
          <a:r>
            <a:rPr lang="en-US"/>
            <a:t>• Ensures correct analysis</a:t>
          </a:r>
        </a:p>
      </dgm:t>
    </dgm:pt>
    <dgm:pt modelId="{FB3AFD8E-1FEB-426D-A119-5DE492851E38}" type="parTrans" cxnId="{ADC27AF7-5E52-448B-9376-02F26156E19D}">
      <dgm:prSet/>
      <dgm:spPr/>
      <dgm:t>
        <a:bodyPr/>
        <a:lstStyle/>
        <a:p>
          <a:endParaRPr lang="en-US"/>
        </a:p>
      </dgm:t>
    </dgm:pt>
    <dgm:pt modelId="{8CC800B7-20DD-422A-A286-EB9F0A552611}" type="sibTrans" cxnId="{ADC27AF7-5E52-448B-9376-02F26156E19D}">
      <dgm:prSet/>
      <dgm:spPr/>
      <dgm:t>
        <a:bodyPr/>
        <a:lstStyle/>
        <a:p>
          <a:endParaRPr lang="en-US"/>
        </a:p>
      </dgm:t>
    </dgm:pt>
    <dgm:pt modelId="{445C0AF4-0040-4610-A2F5-BFEC7CA3D470}">
      <dgm:prSet/>
      <dgm:spPr/>
      <dgm:t>
        <a:bodyPr/>
        <a:lstStyle/>
        <a:p>
          <a:pPr>
            <a:defRPr cap="all"/>
          </a:pPr>
          <a:r>
            <a:rPr lang="en-US"/>
            <a:t>• Avoids projection/elevation errors</a:t>
          </a:r>
        </a:p>
      </dgm:t>
    </dgm:pt>
    <dgm:pt modelId="{B2636648-7B53-4F30-9E61-DF4D95081803}" type="parTrans" cxnId="{7C500214-8488-44B0-B829-166DEF0387B4}">
      <dgm:prSet/>
      <dgm:spPr/>
      <dgm:t>
        <a:bodyPr/>
        <a:lstStyle/>
        <a:p>
          <a:endParaRPr lang="en-US"/>
        </a:p>
      </dgm:t>
    </dgm:pt>
    <dgm:pt modelId="{7DEB08AA-3BE8-47FE-B3B9-B57ABBBDFCEF}" type="sibTrans" cxnId="{7C500214-8488-44B0-B829-166DEF0387B4}">
      <dgm:prSet/>
      <dgm:spPr/>
      <dgm:t>
        <a:bodyPr/>
        <a:lstStyle/>
        <a:p>
          <a:endParaRPr lang="en-US"/>
        </a:p>
      </dgm:t>
    </dgm:pt>
    <dgm:pt modelId="{A9B38B84-7DE0-4A96-9A3F-DFF6231BDCB6}" type="pres">
      <dgm:prSet presAssocID="{633DAC38-DC41-48DC-9533-A43A86EBF854}" presName="root" presStyleCnt="0">
        <dgm:presLayoutVars>
          <dgm:dir/>
          <dgm:resizeHandles val="exact"/>
        </dgm:presLayoutVars>
      </dgm:prSet>
      <dgm:spPr/>
    </dgm:pt>
    <dgm:pt modelId="{F0F75CE3-7237-414B-801B-B04B8F3FD401}" type="pres">
      <dgm:prSet presAssocID="{2E3A43AE-EAB0-4DC5-AB38-A8566352F32D}" presName="compNode" presStyleCnt="0"/>
      <dgm:spPr/>
    </dgm:pt>
    <dgm:pt modelId="{277F2F0B-D14A-4C90-83F8-FD81883C2568}" type="pres">
      <dgm:prSet presAssocID="{2E3A43AE-EAB0-4DC5-AB38-A8566352F32D}" presName="iconBgRect" presStyleLbl="bgShp" presStyleIdx="0" presStyleCnt="3"/>
      <dgm:spPr/>
    </dgm:pt>
    <dgm:pt modelId="{E6573159-331E-4565-B53F-E3797F1007DE}" type="pres">
      <dgm:prSet presAssocID="{2E3A43AE-EAB0-4DC5-AB38-A8566352F32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C6CBE37-95A2-425B-A965-199BDFF44EEF}" type="pres">
      <dgm:prSet presAssocID="{2E3A43AE-EAB0-4DC5-AB38-A8566352F32D}" presName="spaceRect" presStyleCnt="0"/>
      <dgm:spPr/>
    </dgm:pt>
    <dgm:pt modelId="{44DAAB9E-9783-47FC-8138-69CE0F420129}" type="pres">
      <dgm:prSet presAssocID="{2E3A43AE-EAB0-4DC5-AB38-A8566352F32D}" presName="textRect" presStyleLbl="revTx" presStyleIdx="0" presStyleCnt="3">
        <dgm:presLayoutVars>
          <dgm:chMax val="1"/>
          <dgm:chPref val="1"/>
        </dgm:presLayoutVars>
      </dgm:prSet>
      <dgm:spPr/>
    </dgm:pt>
    <dgm:pt modelId="{1E778B96-AFCA-41C0-BF77-ABE610067BE9}" type="pres">
      <dgm:prSet presAssocID="{23BC9A68-59D5-4904-8424-FDB903D11290}" presName="sibTrans" presStyleCnt="0"/>
      <dgm:spPr/>
    </dgm:pt>
    <dgm:pt modelId="{6B98A4AA-7CED-4E9A-955A-EAB26C3F8569}" type="pres">
      <dgm:prSet presAssocID="{E94567AF-92CF-4DC4-8742-D5B657C5BC86}" presName="compNode" presStyleCnt="0"/>
      <dgm:spPr/>
    </dgm:pt>
    <dgm:pt modelId="{6E3DB28E-736D-4F3C-9477-C561E43789FE}" type="pres">
      <dgm:prSet presAssocID="{E94567AF-92CF-4DC4-8742-D5B657C5BC86}" presName="iconBgRect" presStyleLbl="bgShp" presStyleIdx="1" presStyleCnt="3"/>
      <dgm:spPr/>
    </dgm:pt>
    <dgm:pt modelId="{613550B1-2096-4E0C-8162-FCB346D2319D}" type="pres">
      <dgm:prSet presAssocID="{E94567AF-92CF-4DC4-8742-D5B657C5BC8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70B69CC-A566-4ED8-9675-64F53242FA68}" type="pres">
      <dgm:prSet presAssocID="{E94567AF-92CF-4DC4-8742-D5B657C5BC86}" presName="spaceRect" presStyleCnt="0"/>
      <dgm:spPr/>
    </dgm:pt>
    <dgm:pt modelId="{68D1A380-92FB-4F78-B481-EE2929851E39}" type="pres">
      <dgm:prSet presAssocID="{E94567AF-92CF-4DC4-8742-D5B657C5BC86}" presName="textRect" presStyleLbl="revTx" presStyleIdx="1" presStyleCnt="3">
        <dgm:presLayoutVars>
          <dgm:chMax val="1"/>
          <dgm:chPref val="1"/>
        </dgm:presLayoutVars>
      </dgm:prSet>
      <dgm:spPr/>
    </dgm:pt>
    <dgm:pt modelId="{88E7B049-FC89-4903-BBB0-8190FA911D9D}" type="pres">
      <dgm:prSet presAssocID="{8CC800B7-20DD-422A-A286-EB9F0A552611}" presName="sibTrans" presStyleCnt="0"/>
      <dgm:spPr/>
    </dgm:pt>
    <dgm:pt modelId="{044E56B9-DBA4-4CB0-8F97-8AEB0C53BE62}" type="pres">
      <dgm:prSet presAssocID="{445C0AF4-0040-4610-A2F5-BFEC7CA3D470}" presName="compNode" presStyleCnt="0"/>
      <dgm:spPr/>
    </dgm:pt>
    <dgm:pt modelId="{8B08226A-83A1-40B3-A6DC-29926374A719}" type="pres">
      <dgm:prSet presAssocID="{445C0AF4-0040-4610-A2F5-BFEC7CA3D470}" presName="iconBgRect" presStyleLbl="bgShp" presStyleIdx="2" presStyleCnt="3"/>
      <dgm:spPr/>
    </dgm:pt>
    <dgm:pt modelId="{7DEB27DF-33C1-49A4-B0F1-132603309535}" type="pres">
      <dgm:prSet presAssocID="{445C0AF4-0040-4610-A2F5-BFEC7CA3D47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36832A62-94B4-4547-BCE0-4EA214BFE25B}" type="pres">
      <dgm:prSet presAssocID="{445C0AF4-0040-4610-A2F5-BFEC7CA3D470}" presName="spaceRect" presStyleCnt="0"/>
      <dgm:spPr/>
    </dgm:pt>
    <dgm:pt modelId="{A87EC163-A935-4216-9895-EFE2D8A66590}" type="pres">
      <dgm:prSet presAssocID="{445C0AF4-0040-4610-A2F5-BFEC7CA3D47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9586104-0172-4488-8991-99F70CD3E51B}" type="presOf" srcId="{445C0AF4-0040-4610-A2F5-BFEC7CA3D470}" destId="{A87EC163-A935-4216-9895-EFE2D8A66590}" srcOrd="0" destOrd="0" presId="urn:microsoft.com/office/officeart/2018/5/layout/IconCircleLabelList"/>
    <dgm:cxn modelId="{7C500214-8488-44B0-B829-166DEF0387B4}" srcId="{633DAC38-DC41-48DC-9533-A43A86EBF854}" destId="{445C0AF4-0040-4610-A2F5-BFEC7CA3D470}" srcOrd="2" destOrd="0" parTransId="{B2636648-7B53-4F30-9E61-DF4D95081803}" sibTransId="{7DEB08AA-3BE8-47FE-B3B9-B57ABBBDFCEF}"/>
    <dgm:cxn modelId="{627F9227-4F5A-43BC-83F6-8C7D6CE62A92}" srcId="{633DAC38-DC41-48DC-9533-A43A86EBF854}" destId="{2E3A43AE-EAB0-4DC5-AB38-A8566352F32D}" srcOrd="0" destOrd="0" parTransId="{2480F0A9-D416-4AE7-9F53-5F70759A08EE}" sibTransId="{23BC9A68-59D5-4904-8424-FDB903D11290}"/>
    <dgm:cxn modelId="{C131ED61-B3BB-4871-9589-CBA892A0184A}" type="presOf" srcId="{2E3A43AE-EAB0-4DC5-AB38-A8566352F32D}" destId="{44DAAB9E-9783-47FC-8138-69CE0F420129}" srcOrd="0" destOrd="0" presId="urn:microsoft.com/office/officeart/2018/5/layout/IconCircleLabelList"/>
    <dgm:cxn modelId="{6A7FEC7A-972D-4021-BD07-B34420D0AB60}" type="presOf" srcId="{E94567AF-92CF-4DC4-8742-D5B657C5BC86}" destId="{68D1A380-92FB-4F78-B481-EE2929851E39}" srcOrd="0" destOrd="0" presId="urn:microsoft.com/office/officeart/2018/5/layout/IconCircleLabelList"/>
    <dgm:cxn modelId="{60E028ED-5F86-4F87-BB24-02C0649D00FD}" type="presOf" srcId="{633DAC38-DC41-48DC-9533-A43A86EBF854}" destId="{A9B38B84-7DE0-4A96-9A3F-DFF6231BDCB6}" srcOrd="0" destOrd="0" presId="urn:microsoft.com/office/officeart/2018/5/layout/IconCircleLabelList"/>
    <dgm:cxn modelId="{ADC27AF7-5E52-448B-9376-02F26156E19D}" srcId="{633DAC38-DC41-48DC-9533-A43A86EBF854}" destId="{E94567AF-92CF-4DC4-8742-D5B657C5BC86}" srcOrd="1" destOrd="0" parTransId="{FB3AFD8E-1FEB-426D-A119-5DE492851E38}" sibTransId="{8CC800B7-20DD-422A-A286-EB9F0A552611}"/>
    <dgm:cxn modelId="{2500CEED-0795-4288-AE0F-2308D48248E0}" type="presParOf" srcId="{A9B38B84-7DE0-4A96-9A3F-DFF6231BDCB6}" destId="{F0F75CE3-7237-414B-801B-B04B8F3FD401}" srcOrd="0" destOrd="0" presId="urn:microsoft.com/office/officeart/2018/5/layout/IconCircleLabelList"/>
    <dgm:cxn modelId="{A05E3451-B413-4853-B3F2-560F3BEDBB30}" type="presParOf" srcId="{F0F75CE3-7237-414B-801B-B04B8F3FD401}" destId="{277F2F0B-D14A-4C90-83F8-FD81883C2568}" srcOrd="0" destOrd="0" presId="urn:microsoft.com/office/officeart/2018/5/layout/IconCircleLabelList"/>
    <dgm:cxn modelId="{81B19F17-6CAE-4A4E-80FD-018D1B499210}" type="presParOf" srcId="{F0F75CE3-7237-414B-801B-B04B8F3FD401}" destId="{E6573159-331E-4565-B53F-E3797F1007DE}" srcOrd="1" destOrd="0" presId="urn:microsoft.com/office/officeart/2018/5/layout/IconCircleLabelList"/>
    <dgm:cxn modelId="{5DF121D6-5E02-44A2-B677-AB498288C6E3}" type="presParOf" srcId="{F0F75CE3-7237-414B-801B-B04B8F3FD401}" destId="{9C6CBE37-95A2-425B-A965-199BDFF44EEF}" srcOrd="2" destOrd="0" presId="urn:microsoft.com/office/officeart/2018/5/layout/IconCircleLabelList"/>
    <dgm:cxn modelId="{7344D353-D70A-4D02-9004-7BD547756376}" type="presParOf" srcId="{F0F75CE3-7237-414B-801B-B04B8F3FD401}" destId="{44DAAB9E-9783-47FC-8138-69CE0F420129}" srcOrd="3" destOrd="0" presId="urn:microsoft.com/office/officeart/2018/5/layout/IconCircleLabelList"/>
    <dgm:cxn modelId="{2FD9C762-208B-42E8-988A-47AF28276E96}" type="presParOf" srcId="{A9B38B84-7DE0-4A96-9A3F-DFF6231BDCB6}" destId="{1E778B96-AFCA-41C0-BF77-ABE610067BE9}" srcOrd="1" destOrd="0" presId="urn:microsoft.com/office/officeart/2018/5/layout/IconCircleLabelList"/>
    <dgm:cxn modelId="{4A133A0D-3F39-4BE6-BF63-A7A1025FFFA3}" type="presParOf" srcId="{A9B38B84-7DE0-4A96-9A3F-DFF6231BDCB6}" destId="{6B98A4AA-7CED-4E9A-955A-EAB26C3F8569}" srcOrd="2" destOrd="0" presId="urn:microsoft.com/office/officeart/2018/5/layout/IconCircleLabelList"/>
    <dgm:cxn modelId="{DCBD9E83-C143-46D7-9C62-5619252BC872}" type="presParOf" srcId="{6B98A4AA-7CED-4E9A-955A-EAB26C3F8569}" destId="{6E3DB28E-736D-4F3C-9477-C561E43789FE}" srcOrd="0" destOrd="0" presId="urn:microsoft.com/office/officeart/2018/5/layout/IconCircleLabelList"/>
    <dgm:cxn modelId="{FC21A6EE-82E1-48E0-A4E2-5715263DB1EE}" type="presParOf" srcId="{6B98A4AA-7CED-4E9A-955A-EAB26C3F8569}" destId="{613550B1-2096-4E0C-8162-FCB346D2319D}" srcOrd="1" destOrd="0" presId="urn:microsoft.com/office/officeart/2018/5/layout/IconCircleLabelList"/>
    <dgm:cxn modelId="{680B86EA-DA55-4148-BBCA-92574138091C}" type="presParOf" srcId="{6B98A4AA-7CED-4E9A-955A-EAB26C3F8569}" destId="{D70B69CC-A566-4ED8-9675-64F53242FA68}" srcOrd="2" destOrd="0" presId="urn:microsoft.com/office/officeart/2018/5/layout/IconCircleLabelList"/>
    <dgm:cxn modelId="{505F1EAE-C844-447E-BD4B-C0D6D8E21767}" type="presParOf" srcId="{6B98A4AA-7CED-4E9A-955A-EAB26C3F8569}" destId="{68D1A380-92FB-4F78-B481-EE2929851E39}" srcOrd="3" destOrd="0" presId="urn:microsoft.com/office/officeart/2018/5/layout/IconCircleLabelList"/>
    <dgm:cxn modelId="{20F87C2F-0FC9-47B9-BD50-C69A29C40AB3}" type="presParOf" srcId="{A9B38B84-7DE0-4A96-9A3F-DFF6231BDCB6}" destId="{88E7B049-FC89-4903-BBB0-8190FA911D9D}" srcOrd="3" destOrd="0" presId="urn:microsoft.com/office/officeart/2018/5/layout/IconCircleLabelList"/>
    <dgm:cxn modelId="{6A128639-B768-49E5-8C48-DAC25D327D0B}" type="presParOf" srcId="{A9B38B84-7DE0-4A96-9A3F-DFF6231BDCB6}" destId="{044E56B9-DBA4-4CB0-8F97-8AEB0C53BE62}" srcOrd="4" destOrd="0" presId="urn:microsoft.com/office/officeart/2018/5/layout/IconCircleLabelList"/>
    <dgm:cxn modelId="{CF30EFCE-32DA-40C7-827E-CCCCB77D1C84}" type="presParOf" srcId="{044E56B9-DBA4-4CB0-8F97-8AEB0C53BE62}" destId="{8B08226A-83A1-40B3-A6DC-29926374A719}" srcOrd="0" destOrd="0" presId="urn:microsoft.com/office/officeart/2018/5/layout/IconCircleLabelList"/>
    <dgm:cxn modelId="{D7DBF3EC-989C-4594-A95B-46A894AF8148}" type="presParOf" srcId="{044E56B9-DBA4-4CB0-8F97-8AEB0C53BE62}" destId="{7DEB27DF-33C1-49A4-B0F1-132603309535}" srcOrd="1" destOrd="0" presId="urn:microsoft.com/office/officeart/2018/5/layout/IconCircleLabelList"/>
    <dgm:cxn modelId="{ADC0DBDE-0D62-44FC-B038-67C027BC8D4E}" type="presParOf" srcId="{044E56B9-DBA4-4CB0-8F97-8AEB0C53BE62}" destId="{36832A62-94B4-4547-BCE0-4EA214BFE25B}" srcOrd="2" destOrd="0" presId="urn:microsoft.com/office/officeart/2018/5/layout/IconCircleLabelList"/>
    <dgm:cxn modelId="{B9A4CE7A-5705-46BE-B30F-1E7CABD7D2A0}" type="presParOf" srcId="{044E56B9-DBA4-4CB0-8F97-8AEB0C53BE62}" destId="{A87EC163-A935-4216-9895-EFE2D8A6659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10952B-EFC0-4FA0-8AFA-3F0FE1F8F690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60EA24-F1F3-4DDE-BD53-1457FC900820}">
      <dgm:prSet/>
      <dgm:spPr/>
      <dgm:t>
        <a:bodyPr/>
        <a:lstStyle/>
        <a:p>
          <a:r>
            <a:rPr lang="en-US"/>
            <a:t>Right-click LAS Dataset → Properties</a:t>
          </a:r>
        </a:p>
      </dgm:t>
    </dgm:pt>
    <dgm:pt modelId="{98CDD088-3A67-47BF-8162-D00B8EBE63B3}" type="parTrans" cxnId="{AC5EF806-25B8-4240-BDEE-E449E0AD02D7}">
      <dgm:prSet/>
      <dgm:spPr/>
      <dgm:t>
        <a:bodyPr/>
        <a:lstStyle/>
        <a:p>
          <a:endParaRPr lang="en-US"/>
        </a:p>
      </dgm:t>
    </dgm:pt>
    <dgm:pt modelId="{A5BC7ED1-E3D1-47AC-948C-492B36967A6D}" type="sibTrans" cxnId="{AC5EF806-25B8-4240-BDEE-E449E0AD02D7}">
      <dgm:prSet/>
      <dgm:spPr/>
      <dgm:t>
        <a:bodyPr/>
        <a:lstStyle/>
        <a:p>
          <a:endParaRPr lang="en-US"/>
        </a:p>
      </dgm:t>
    </dgm:pt>
    <dgm:pt modelId="{F434CF94-63B6-4D7B-A3FC-8CDCD8475D07}">
      <dgm:prSet/>
      <dgm:spPr/>
      <dgm:t>
        <a:bodyPr/>
        <a:lstStyle/>
        <a:p>
          <a:r>
            <a:rPr lang="en-US" dirty="0"/>
            <a:t> Check number of points</a:t>
          </a:r>
        </a:p>
      </dgm:t>
    </dgm:pt>
    <dgm:pt modelId="{D8E9F088-25A2-4241-BF13-0F980986335E}" type="parTrans" cxnId="{6B22E869-BE9A-435B-93E3-6761DD0F6A0D}">
      <dgm:prSet/>
      <dgm:spPr/>
      <dgm:t>
        <a:bodyPr/>
        <a:lstStyle/>
        <a:p>
          <a:endParaRPr lang="en-US"/>
        </a:p>
      </dgm:t>
    </dgm:pt>
    <dgm:pt modelId="{C4D62177-D028-47DC-AB66-E9E3DD367C0C}" type="sibTrans" cxnId="{6B22E869-BE9A-435B-93E3-6761DD0F6A0D}">
      <dgm:prSet/>
      <dgm:spPr/>
      <dgm:t>
        <a:bodyPr/>
        <a:lstStyle/>
        <a:p>
          <a:endParaRPr lang="en-US"/>
        </a:p>
      </dgm:t>
    </dgm:pt>
    <dgm:pt modelId="{1AB9CAFD-1F68-484D-AAB9-3D647F22D7AE}">
      <dgm:prSet/>
      <dgm:spPr/>
      <dgm:t>
        <a:bodyPr/>
        <a:lstStyle/>
        <a:p>
          <a:r>
            <a:rPr lang="en-US" dirty="0"/>
            <a:t>Review spatial reference</a:t>
          </a:r>
        </a:p>
      </dgm:t>
    </dgm:pt>
    <dgm:pt modelId="{476A6C89-661B-45A7-832F-A2F2D97997B6}" type="parTrans" cxnId="{51BFFFF0-6212-4047-9ED1-39089701AB29}">
      <dgm:prSet/>
      <dgm:spPr/>
      <dgm:t>
        <a:bodyPr/>
        <a:lstStyle/>
        <a:p>
          <a:endParaRPr lang="en-US"/>
        </a:p>
      </dgm:t>
    </dgm:pt>
    <dgm:pt modelId="{8EEE7569-B236-4FC0-A104-3D99443B2DF2}" type="sibTrans" cxnId="{51BFFFF0-6212-4047-9ED1-39089701AB29}">
      <dgm:prSet/>
      <dgm:spPr/>
      <dgm:t>
        <a:bodyPr/>
        <a:lstStyle/>
        <a:p>
          <a:endParaRPr lang="en-US"/>
        </a:p>
      </dgm:t>
    </dgm:pt>
    <dgm:pt modelId="{AFBE5337-811E-4EDD-AE71-AF34FBC897BC}">
      <dgm:prSet/>
      <dgm:spPr/>
      <dgm:t>
        <a:bodyPr/>
        <a:lstStyle/>
        <a:p>
          <a:r>
            <a:rPr lang="en-US"/>
            <a:t>• View classification statistics</a:t>
          </a:r>
        </a:p>
      </dgm:t>
    </dgm:pt>
    <dgm:pt modelId="{C5CB68A8-6361-400B-A761-58043C606D3F}" type="parTrans" cxnId="{A9B53EEA-77FB-450E-9498-5FAA49F4B2AA}">
      <dgm:prSet/>
      <dgm:spPr/>
      <dgm:t>
        <a:bodyPr/>
        <a:lstStyle/>
        <a:p>
          <a:endParaRPr lang="en-US"/>
        </a:p>
      </dgm:t>
    </dgm:pt>
    <dgm:pt modelId="{7D73887A-EE65-476D-9086-E66EB0F719AC}" type="sibTrans" cxnId="{A9B53EEA-77FB-450E-9498-5FAA49F4B2AA}">
      <dgm:prSet/>
      <dgm:spPr/>
      <dgm:t>
        <a:bodyPr/>
        <a:lstStyle/>
        <a:p>
          <a:endParaRPr lang="en-US"/>
        </a:p>
      </dgm:t>
    </dgm:pt>
    <dgm:pt modelId="{3983241C-5FAD-41B3-BC9D-98007C0DD352}">
      <dgm:prSet/>
      <dgm:spPr/>
      <dgm:t>
        <a:bodyPr/>
        <a:lstStyle/>
        <a:p>
          <a:r>
            <a:rPr lang="en-US"/>
            <a:t>• Examine elevation range</a:t>
          </a:r>
        </a:p>
      </dgm:t>
    </dgm:pt>
    <dgm:pt modelId="{47B93B4A-81B9-49A3-8079-1FC87DA94042}" type="parTrans" cxnId="{73F12507-D5E8-43FE-B875-65408575B32F}">
      <dgm:prSet/>
      <dgm:spPr/>
      <dgm:t>
        <a:bodyPr/>
        <a:lstStyle/>
        <a:p>
          <a:endParaRPr lang="en-US"/>
        </a:p>
      </dgm:t>
    </dgm:pt>
    <dgm:pt modelId="{097E83EB-9470-4818-A92B-780BF6D15A84}" type="sibTrans" cxnId="{73F12507-D5E8-43FE-B875-65408575B32F}">
      <dgm:prSet/>
      <dgm:spPr/>
      <dgm:t>
        <a:bodyPr/>
        <a:lstStyle/>
        <a:p>
          <a:endParaRPr lang="en-US"/>
        </a:p>
      </dgm:t>
    </dgm:pt>
    <dgm:pt modelId="{0517F100-BB92-4BD5-81BB-DF57C64AE372}" type="pres">
      <dgm:prSet presAssocID="{D510952B-EFC0-4FA0-8AFA-3F0FE1F8F690}" presName="diagram" presStyleCnt="0">
        <dgm:presLayoutVars>
          <dgm:dir/>
          <dgm:resizeHandles val="exact"/>
        </dgm:presLayoutVars>
      </dgm:prSet>
      <dgm:spPr/>
    </dgm:pt>
    <dgm:pt modelId="{CBD35DDA-378F-42D8-9146-B4184D6608EF}" type="pres">
      <dgm:prSet presAssocID="{E960EA24-F1F3-4DDE-BD53-1457FC900820}" presName="node" presStyleLbl="node1" presStyleIdx="0" presStyleCnt="5">
        <dgm:presLayoutVars>
          <dgm:bulletEnabled val="1"/>
        </dgm:presLayoutVars>
      </dgm:prSet>
      <dgm:spPr/>
    </dgm:pt>
    <dgm:pt modelId="{A39D6B30-C6A5-4C36-ADEA-8102D93B721F}" type="pres">
      <dgm:prSet presAssocID="{A5BC7ED1-E3D1-47AC-948C-492B36967A6D}" presName="sibTrans" presStyleLbl="sibTrans2D1" presStyleIdx="0" presStyleCnt="4"/>
      <dgm:spPr/>
    </dgm:pt>
    <dgm:pt modelId="{C03E4157-26CA-48C7-8ABF-378986B76E11}" type="pres">
      <dgm:prSet presAssocID="{A5BC7ED1-E3D1-47AC-948C-492B36967A6D}" presName="connectorText" presStyleLbl="sibTrans2D1" presStyleIdx="0" presStyleCnt="4"/>
      <dgm:spPr/>
    </dgm:pt>
    <dgm:pt modelId="{BF6B2065-99FB-42FD-8E6A-1AFBD96CBA16}" type="pres">
      <dgm:prSet presAssocID="{F434CF94-63B6-4D7B-A3FC-8CDCD8475D07}" presName="node" presStyleLbl="node1" presStyleIdx="1" presStyleCnt="5">
        <dgm:presLayoutVars>
          <dgm:bulletEnabled val="1"/>
        </dgm:presLayoutVars>
      </dgm:prSet>
      <dgm:spPr/>
    </dgm:pt>
    <dgm:pt modelId="{DAB585A2-31D7-4070-86D2-382E18D1F99F}" type="pres">
      <dgm:prSet presAssocID="{C4D62177-D028-47DC-AB66-E9E3DD367C0C}" presName="sibTrans" presStyleLbl="sibTrans2D1" presStyleIdx="1" presStyleCnt="4"/>
      <dgm:spPr/>
    </dgm:pt>
    <dgm:pt modelId="{9EF5043D-F59A-4FE3-90ED-EA21B699C362}" type="pres">
      <dgm:prSet presAssocID="{C4D62177-D028-47DC-AB66-E9E3DD367C0C}" presName="connectorText" presStyleLbl="sibTrans2D1" presStyleIdx="1" presStyleCnt="4"/>
      <dgm:spPr/>
    </dgm:pt>
    <dgm:pt modelId="{739F2079-2FFA-4C85-9C28-3C0CEC0842AB}" type="pres">
      <dgm:prSet presAssocID="{1AB9CAFD-1F68-484D-AAB9-3D647F22D7AE}" presName="node" presStyleLbl="node1" presStyleIdx="2" presStyleCnt="5">
        <dgm:presLayoutVars>
          <dgm:bulletEnabled val="1"/>
        </dgm:presLayoutVars>
      </dgm:prSet>
      <dgm:spPr/>
    </dgm:pt>
    <dgm:pt modelId="{68CAA91F-643F-4760-9C90-759D0007058F}" type="pres">
      <dgm:prSet presAssocID="{8EEE7569-B236-4FC0-A104-3D99443B2DF2}" presName="sibTrans" presStyleLbl="sibTrans2D1" presStyleIdx="2" presStyleCnt="4"/>
      <dgm:spPr/>
    </dgm:pt>
    <dgm:pt modelId="{A63838E4-BC0E-4427-A9D2-C594CCEC1DB6}" type="pres">
      <dgm:prSet presAssocID="{8EEE7569-B236-4FC0-A104-3D99443B2DF2}" presName="connectorText" presStyleLbl="sibTrans2D1" presStyleIdx="2" presStyleCnt="4"/>
      <dgm:spPr/>
    </dgm:pt>
    <dgm:pt modelId="{F537E1D8-2F57-4417-B0B0-D161EDDEF004}" type="pres">
      <dgm:prSet presAssocID="{AFBE5337-811E-4EDD-AE71-AF34FBC897BC}" presName="node" presStyleLbl="node1" presStyleIdx="3" presStyleCnt="5">
        <dgm:presLayoutVars>
          <dgm:bulletEnabled val="1"/>
        </dgm:presLayoutVars>
      </dgm:prSet>
      <dgm:spPr/>
    </dgm:pt>
    <dgm:pt modelId="{2532DC0D-E971-4E44-9EBC-4C9C68211318}" type="pres">
      <dgm:prSet presAssocID="{7D73887A-EE65-476D-9086-E66EB0F719AC}" presName="sibTrans" presStyleLbl="sibTrans2D1" presStyleIdx="3" presStyleCnt="4"/>
      <dgm:spPr/>
    </dgm:pt>
    <dgm:pt modelId="{86CB9B93-2CEE-4590-A650-1F9E4747AC07}" type="pres">
      <dgm:prSet presAssocID="{7D73887A-EE65-476D-9086-E66EB0F719AC}" presName="connectorText" presStyleLbl="sibTrans2D1" presStyleIdx="3" presStyleCnt="4"/>
      <dgm:spPr/>
    </dgm:pt>
    <dgm:pt modelId="{18AB522E-C207-4216-A52D-19A0E193EB55}" type="pres">
      <dgm:prSet presAssocID="{3983241C-5FAD-41B3-BC9D-98007C0DD352}" presName="node" presStyleLbl="node1" presStyleIdx="4" presStyleCnt="5">
        <dgm:presLayoutVars>
          <dgm:bulletEnabled val="1"/>
        </dgm:presLayoutVars>
      </dgm:prSet>
      <dgm:spPr/>
    </dgm:pt>
  </dgm:ptLst>
  <dgm:cxnLst>
    <dgm:cxn modelId="{AC5EF806-25B8-4240-BDEE-E449E0AD02D7}" srcId="{D510952B-EFC0-4FA0-8AFA-3F0FE1F8F690}" destId="{E960EA24-F1F3-4DDE-BD53-1457FC900820}" srcOrd="0" destOrd="0" parTransId="{98CDD088-3A67-47BF-8162-D00B8EBE63B3}" sibTransId="{A5BC7ED1-E3D1-47AC-948C-492B36967A6D}"/>
    <dgm:cxn modelId="{73F12507-D5E8-43FE-B875-65408575B32F}" srcId="{D510952B-EFC0-4FA0-8AFA-3F0FE1F8F690}" destId="{3983241C-5FAD-41B3-BC9D-98007C0DD352}" srcOrd="4" destOrd="0" parTransId="{47B93B4A-81B9-49A3-8079-1FC87DA94042}" sibTransId="{097E83EB-9470-4818-A92B-780BF6D15A84}"/>
    <dgm:cxn modelId="{CD700C11-6AB3-4058-B113-77E63A7B2CD1}" type="presOf" srcId="{8EEE7569-B236-4FC0-A104-3D99443B2DF2}" destId="{A63838E4-BC0E-4427-A9D2-C594CCEC1DB6}" srcOrd="1" destOrd="0" presId="urn:microsoft.com/office/officeart/2005/8/layout/process5"/>
    <dgm:cxn modelId="{C3BD3C12-32B0-484E-9189-53CFAAC66575}" type="presOf" srcId="{D510952B-EFC0-4FA0-8AFA-3F0FE1F8F690}" destId="{0517F100-BB92-4BD5-81BB-DF57C64AE372}" srcOrd="0" destOrd="0" presId="urn:microsoft.com/office/officeart/2005/8/layout/process5"/>
    <dgm:cxn modelId="{5FCC841A-0960-42F8-88BE-93B173B46D05}" type="presOf" srcId="{F434CF94-63B6-4D7B-A3FC-8CDCD8475D07}" destId="{BF6B2065-99FB-42FD-8E6A-1AFBD96CBA16}" srcOrd="0" destOrd="0" presId="urn:microsoft.com/office/officeart/2005/8/layout/process5"/>
    <dgm:cxn modelId="{3D623F1F-E226-4877-BA93-E1F53A119669}" type="presOf" srcId="{7D73887A-EE65-476D-9086-E66EB0F719AC}" destId="{86CB9B93-2CEE-4590-A650-1F9E4747AC07}" srcOrd="1" destOrd="0" presId="urn:microsoft.com/office/officeart/2005/8/layout/process5"/>
    <dgm:cxn modelId="{C1DBA233-A55C-416E-AE23-E45302CA1350}" type="presOf" srcId="{A5BC7ED1-E3D1-47AC-948C-492B36967A6D}" destId="{C03E4157-26CA-48C7-8ABF-378986B76E11}" srcOrd="1" destOrd="0" presId="urn:microsoft.com/office/officeart/2005/8/layout/process5"/>
    <dgm:cxn modelId="{EB89D035-9913-42F2-8BEA-3007C481D731}" type="presOf" srcId="{3983241C-5FAD-41B3-BC9D-98007C0DD352}" destId="{18AB522E-C207-4216-A52D-19A0E193EB55}" srcOrd="0" destOrd="0" presId="urn:microsoft.com/office/officeart/2005/8/layout/process5"/>
    <dgm:cxn modelId="{B24D3E37-9287-462B-9178-7A36C32C7C03}" type="presOf" srcId="{AFBE5337-811E-4EDD-AE71-AF34FBC897BC}" destId="{F537E1D8-2F57-4417-B0B0-D161EDDEF004}" srcOrd="0" destOrd="0" presId="urn:microsoft.com/office/officeart/2005/8/layout/process5"/>
    <dgm:cxn modelId="{BC37803E-2521-4B44-B70A-BB2C23DA121E}" type="presOf" srcId="{7D73887A-EE65-476D-9086-E66EB0F719AC}" destId="{2532DC0D-E971-4E44-9EBC-4C9C68211318}" srcOrd="0" destOrd="0" presId="urn:microsoft.com/office/officeart/2005/8/layout/process5"/>
    <dgm:cxn modelId="{F428B446-D8F3-4583-BDA3-58768AE4456A}" type="presOf" srcId="{8EEE7569-B236-4FC0-A104-3D99443B2DF2}" destId="{68CAA91F-643F-4760-9C90-759D0007058F}" srcOrd="0" destOrd="0" presId="urn:microsoft.com/office/officeart/2005/8/layout/process5"/>
    <dgm:cxn modelId="{6B22E869-BE9A-435B-93E3-6761DD0F6A0D}" srcId="{D510952B-EFC0-4FA0-8AFA-3F0FE1F8F690}" destId="{F434CF94-63B6-4D7B-A3FC-8CDCD8475D07}" srcOrd="1" destOrd="0" parTransId="{D8E9F088-25A2-4241-BF13-0F980986335E}" sibTransId="{C4D62177-D028-47DC-AB66-E9E3DD367C0C}"/>
    <dgm:cxn modelId="{1455C36D-7F21-4844-9DB6-095462E86CFA}" type="presOf" srcId="{C4D62177-D028-47DC-AB66-E9E3DD367C0C}" destId="{DAB585A2-31D7-4070-86D2-382E18D1F99F}" srcOrd="0" destOrd="0" presId="urn:microsoft.com/office/officeart/2005/8/layout/process5"/>
    <dgm:cxn modelId="{B9ED9BB3-DA66-4ADE-B7A8-F0C1663D8924}" type="presOf" srcId="{1AB9CAFD-1F68-484D-AAB9-3D647F22D7AE}" destId="{739F2079-2FFA-4C85-9C28-3C0CEC0842AB}" srcOrd="0" destOrd="0" presId="urn:microsoft.com/office/officeart/2005/8/layout/process5"/>
    <dgm:cxn modelId="{D7ECE9C0-09BA-4613-BDCA-D9EC6A132896}" type="presOf" srcId="{C4D62177-D028-47DC-AB66-E9E3DD367C0C}" destId="{9EF5043D-F59A-4FE3-90ED-EA21B699C362}" srcOrd="1" destOrd="0" presId="urn:microsoft.com/office/officeart/2005/8/layout/process5"/>
    <dgm:cxn modelId="{7EF5D5C8-F7C7-49B8-8D5B-C5E21BDD86CE}" type="presOf" srcId="{A5BC7ED1-E3D1-47AC-948C-492B36967A6D}" destId="{A39D6B30-C6A5-4C36-ADEA-8102D93B721F}" srcOrd="0" destOrd="0" presId="urn:microsoft.com/office/officeart/2005/8/layout/process5"/>
    <dgm:cxn modelId="{A9B53EEA-77FB-450E-9498-5FAA49F4B2AA}" srcId="{D510952B-EFC0-4FA0-8AFA-3F0FE1F8F690}" destId="{AFBE5337-811E-4EDD-AE71-AF34FBC897BC}" srcOrd="3" destOrd="0" parTransId="{C5CB68A8-6361-400B-A761-58043C606D3F}" sibTransId="{7D73887A-EE65-476D-9086-E66EB0F719AC}"/>
    <dgm:cxn modelId="{0AE455ED-93D5-40E2-99AD-37C706F8E6BA}" type="presOf" srcId="{E960EA24-F1F3-4DDE-BD53-1457FC900820}" destId="{CBD35DDA-378F-42D8-9146-B4184D6608EF}" srcOrd="0" destOrd="0" presId="urn:microsoft.com/office/officeart/2005/8/layout/process5"/>
    <dgm:cxn modelId="{51BFFFF0-6212-4047-9ED1-39089701AB29}" srcId="{D510952B-EFC0-4FA0-8AFA-3F0FE1F8F690}" destId="{1AB9CAFD-1F68-484D-AAB9-3D647F22D7AE}" srcOrd="2" destOrd="0" parTransId="{476A6C89-661B-45A7-832F-A2F2D97997B6}" sibTransId="{8EEE7569-B236-4FC0-A104-3D99443B2DF2}"/>
    <dgm:cxn modelId="{57D1A896-5A39-4A9C-B785-6454EC4492CA}" type="presParOf" srcId="{0517F100-BB92-4BD5-81BB-DF57C64AE372}" destId="{CBD35DDA-378F-42D8-9146-B4184D6608EF}" srcOrd="0" destOrd="0" presId="urn:microsoft.com/office/officeart/2005/8/layout/process5"/>
    <dgm:cxn modelId="{EEA1F44A-E45A-48A1-8A21-ECA9A0E6F6EA}" type="presParOf" srcId="{0517F100-BB92-4BD5-81BB-DF57C64AE372}" destId="{A39D6B30-C6A5-4C36-ADEA-8102D93B721F}" srcOrd="1" destOrd="0" presId="urn:microsoft.com/office/officeart/2005/8/layout/process5"/>
    <dgm:cxn modelId="{3306F875-BF9F-4BCE-8FF7-655B196711F3}" type="presParOf" srcId="{A39D6B30-C6A5-4C36-ADEA-8102D93B721F}" destId="{C03E4157-26CA-48C7-8ABF-378986B76E11}" srcOrd="0" destOrd="0" presId="urn:microsoft.com/office/officeart/2005/8/layout/process5"/>
    <dgm:cxn modelId="{16D5EA21-200F-4EEE-B008-B8F131F10A98}" type="presParOf" srcId="{0517F100-BB92-4BD5-81BB-DF57C64AE372}" destId="{BF6B2065-99FB-42FD-8E6A-1AFBD96CBA16}" srcOrd="2" destOrd="0" presId="urn:microsoft.com/office/officeart/2005/8/layout/process5"/>
    <dgm:cxn modelId="{F9A8E2C8-E4C4-4A40-B5B1-9C9BF349A594}" type="presParOf" srcId="{0517F100-BB92-4BD5-81BB-DF57C64AE372}" destId="{DAB585A2-31D7-4070-86D2-382E18D1F99F}" srcOrd="3" destOrd="0" presId="urn:microsoft.com/office/officeart/2005/8/layout/process5"/>
    <dgm:cxn modelId="{B5885DE8-C981-471F-AD37-11B3C03C3FE5}" type="presParOf" srcId="{DAB585A2-31D7-4070-86D2-382E18D1F99F}" destId="{9EF5043D-F59A-4FE3-90ED-EA21B699C362}" srcOrd="0" destOrd="0" presId="urn:microsoft.com/office/officeart/2005/8/layout/process5"/>
    <dgm:cxn modelId="{E1223C94-D7F9-4110-9212-4DFE3637339D}" type="presParOf" srcId="{0517F100-BB92-4BD5-81BB-DF57C64AE372}" destId="{739F2079-2FFA-4C85-9C28-3C0CEC0842AB}" srcOrd="4" destOrd="0" presId="urn:microsoft.com/office/officeart/2005/8/layout/process5"/>
    <dgm:cxn modelId="{F1E73581-6AA2-4E34-B959-7ECB3F83AD99}" type="presParOf" srcId="{0517F100-BB92-4BD5-81BB-DF57C64AE372}" destId="{68CAA91F-643F-4760-9C90-759D0007058F}" srcOrd="5" destOrd="0" presId="urn:microsoft.com/office/officeart/2005/8/layout/process5"/>
    <dgm:cxn modelId="{B9754FB3-DBFC-4D4E-B3EE-0D0224069AE8}" type="presParOf" srcId="{68CAA91F-643F-4760-9C90-759D0007058F}" destId="{A63838E4-BC0E-4427-A9D2-C594CCEC1DB6}" srcOrd="0" destOrd="0" presId="urn:microsoft.com/office/officeart/2005/8/layout/process5"/>
    <dgm:cxn modelId="{B18AE688-54E1-43A5-8D7E-0C0471680570}" type="presParOf" srcId="{0517F100-BB92-4BD5-81BB-DF57C64AE372}" destId="{F537E1D8-2F57-4417-B0B0-D161EDDEF004}" srcOrd="6" destOrd="0" presId="urn:microsoft.com/office/officeart/2005/8/layout/process5"/>
    <dgm:cxn modelId="{A1C99B1D-FD42-4202-8C68-3ED3F9C895F3}" type="presParOf" srcId="{0517F100-BB92-4BD5-81BB-DF57C64AE372}" destId="{2532DC0D-E971-4E44-9EBC-4C9C68211318}" srcOrd="7" destOrd="0" presId="urn:microsoft.com/office/officeart/2005/8/layout/process5"/>
    <dgm:cxn modelId="{2659B18A-F50E-4107-A594-8368A0AB1086}" type="presParOf" srcId="{2532DC0D-E971-4E44-9EBC-4C9C68211318}" destId="{86CB9B93-2CEE-4590-A650-1F9E4747AC07}" srcOrd="0" destOrd="0" presId="urn:microsoft.com/office/officeart/2005/8/layout/process5"/>
    <dgm:cxn modelId="{4BEA6785-1319-420C-9E67-3AF871CA1E39}" type="presParOf" srcId="{0517F100-BB92-4BD5-81BB-DF57C64AE372}" destId="{18AB522E-C207-4216-A52D-19A0E193EB55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3AEAA33-B6F7-4E26-B14A-F1844749937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2F6AE79-32A4-4B41-B8B8-74A960D0745B}">
      <dgm:prSet/>
      <dgm:spPr/>
      <dgm:t>
        <a:bodyPr/>
        <a:lstStyle/>
        <a:p>
          <a:pPr>
            <a:defRPr cap="all"/>
          </a:pPr>
          <a:r>
            <a:rPr lang="en-US"/>
            <a:t>LAS Dataset layer in Contents pane</a:t>
          </a:r>
        </a:p>
      </dgm:t>
    </dgm:pt>
    <dgm:pt modelId="{AB7D2336-4503-46CA-88AB-EED80CD0817C}" type="parTrans" cxnId="{B581AA4B-3532-4670-8CDF-8BA7AB8C3FC2}">
      <dgm:prSet/>
      <dgm:spPr/>
      <dgm:t>
        <a:bodyPr/>
        <a:lstStyle/>
        <a:p>
          <a:endParaRPr lang="en-US"/>
        </a:p>
      </dgm:t>
    </dgm:pt>
    <dgm:pt modelId="{C9BF1F0A-BC51-4FDE-8835-ABEC26351FAA}" type="sibTrans" cxnId="{B581AA4B-3532-4670-8CDF-8BA7AB8C3FC2}">
      <dgm:prSet/>
      <dgm:spPr/>
      <dgm:t>
        <a:bodyPr/>
        <a:lstStyle/>
        <a:p>
          <a:endParaRPr lang="en-US"/>
        </a:p>
      </dgm:t>
    </dgm:pt>
    <dgm:pt modelId="{76AFDA60-85FE-4345-993F-DE3E2BAEFD5C}">
      <dgm:prSet/>
      <dgm:spPr/>
      <dgm:t>
        <a:bodyPr/>
        <a:lstStyle/>
        <a:p>
          <a:pPr>
            <a:defRPr cap="all"/>
          </a:pPr>
          <a:r>
            <a:rPr lang="en-US" dirty="0"/>
            <a:t>Point cloud visualization</a:t>
          </a:r>
        </a:p>
      </dgm:t>
    </dgm:pt>
    <dgm:pt modelId="{1EE22330-C2FA-4F5B-A500-B481B74178A2}" type="parTrans" cxnId="{79074C31-7B3B-41FF-8A1A-019AD50FA362}">
      <dgm:prSet/>
      <dgm:spPr/>
      <dgm:t>
        <a:bodyPr/>
        <a:lstStyle/>
        <a:p>
          <a:endParaRPr lang="en-US"/>
        </a:p>
      </dgm:t>
    </dgm:pt>
    <dgm:pt modelId="{F8E1D8D0-661E-420F-AB29-48EAEC542D1C}" type="sibTrans" cxnId="{79074C31-7B3B-41FF-8A1A-019AD50FA362}">
      <dgm:prSet/>
      <dgm:spPr/>
      <dgm:t>
        <a:bodyPr/>
        <a:lstStyle/>
        <a:p>
          <a:endParaRPr lang="en-US"/>
        </a:p>
      </dgm:t>
    </dgm:pt>
    <dgm:pt modelId="{899F16A4-AAD9-4F74-971E-B5FD64275E7C}">
      <dgm:prSet/>
      <dgm:spPr/>
      <dgm:t>
        <a:bodyPr/>
        <a:lstStyle/>
        <a:p>
          <a:pPr>
            <a:defRPr cap="all"/>
          </a:pPr>
          <a:r>
            <a:rPr lang="en-US" dirty="0"/>
            <a:t>Elevation-based coloring</a:t>
          </a:r>
        </a:p>
      </dgm:t>
    </dgm:pt>
    <dgm:pt modelId="{8A1DDC13-1167-4EA5-B610-A66BCA5E2213}" type="parTrans" cxnId="{1A0B1951-30C7-45BA-90AF-DF9316437A31}">
      <dgm:prSet/>
      <dgm:spPr/>
      <dgm:t>
        <a:bodyPr/>
        <a:lstStyle/>
        <a:p>
          <a:endParaRPr lang="en-US"/>
        </a:p>
      </dgm:t>
    </dgm:pt>
    <dgm:pt modelId="{F820B350-793A-4F1D-AFC9-2259ABB32DB8}" type="sibTrans" cxnId="{1A0B1951-30C7-45BA-90AF-DF9316437A31}">
      <dgm:prSet/>
      <dgm:spPr/>
      <dgm:t>
        <a:bodyPr/>
        <a:lstStyle/>
        <a:p>
          <a:endParaRPr lang="en-US"/>
        </a:p>
      </dgm:t>
    </dgm:pt>
    <dgm:pt modelId="{7CB2C96D-2856-489E-B352-3332B5BD078E}" type="pres">
      <dgm:prSet presAssocID="{33AEAA33-B6F7-4E26-B14A-F1844749937E}" presName="root" presStyleCnt="0">
        <dgm:presLayoutVars>
          <dgm:dir/>
          <dgm:resizeHandles val="exact"/>
        </dgm:presLayoutVars>
      </dgm:prSet>
      <dgm:spPr/>
    </dgm:pt>
    <dgm:pt modelId="{B3B7A343-F04E-4635-A209-BA73E8E67000}" type="pres">
      <dgm:prSet presAssocID="{A2F6AE79-32A4-4B41-B8B8-74A960D0745B}" presName="compNode" presStyleCnt="0"/>
      <dgm:spPr/>
    </dgm:pt>
    <dgm:pt modelId="{EC7AFE00-AF8A-4B5E-8009-45CE02C77C57}" type="pres">
      <dgm:prSet presAssocID="{A2F6AE79-32A4-4B41-B8B8-74A960D0745B}" presName="iconBgRect" presStyleLbl="bgShp" presStyleIdx="0" presStyleCnt="3"/>
      <dgm:spPr/>
    </dgm:pt>
    <dgm:pt modelId="{E9DD47EF-868D-40ED-BD6A-4DA09AE3590C}" type="pres">
      <dgm:prSet presAssocID="{A2F6AE79-32A4-4B41-B8B8-74A960D0745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700C8AB-6B19-43C3-82CA-BF101462D4C1}" type="pres">
      <dgm:prSet presAssocID="{A2F6AE79-32A4-4B41-B8B8-74A960D0745B}" presName="spaceRect" presStyleCnt="0"/>
      <dgm:spPr/>
    </dgm:pt>
    <dgm:pt modelId="{8B19BAA4-6E61-4B57-8D09-0724F516F198}" type="pres">
      <dgm:prSet presAssocID="{A2F6AE79-32A4-4B41-B8B8-74A960D0745B}" presName="textRect" presStyleLbl="revTx" presStyleIdx="0" presStyleCnt="3">
        <dgm:presLayoutVars>
          <dgm:chMax val="1"/>
          <dgm:chPref val="1"/>
        </dgm:presLayoutVars>
      </dgm:prSet>
      <dgm:spPr/>
    </dgm:pt>
    <dgm:pt modelId="{93897A56-CE56-4C88-9F40-4D26D8FD084A}" type="pres">
      <dgm:prSet presAssocID="{C9BF1F0A-BC51-4FDE-8835-ABEC26351FAA}" presName="sibTrans" presStyleCnt="0"/>
      <dgm:spPr/>
    </dgm:pt>
    <dgm:pt modelId="{E659B16D-2321-4B8B-91C1-C02E0B28DE13}" type="pres">
      <dgm:prSet presAssocID="{76AFDA60-85FE-4345-993F-DE3E2BAEFD5C}" presName="compNode" presStyleCnt="0"/>
      <dgm:spPr/>
    </dgm:pt>
    <dgm:pt modelId="{3F52F51E-7D8C-43D1-8775-5B292E738C9D}" type="pres">
      <dgm:prSet presAssocID="{76AFDA60-85FE-4345-993F-DE3E2BAEFD5C}" presName="iconBgRect" presStyleLbl="bgShp" presStyleIdx="1" presStyleCnt="3"/>
      <dgm:spPr/>
    </dgm:pt>
    <dgm:pt modelId="{8EA17397-D29D-48E0-9330-7259BB904963}" type="pres">
      <dgm:prSet presAssocID="{76AFDA60-85FE-4345-993F-DE3E2BAEFD5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3FC0E962-B018-4F51-884E-D26497D68D33}" type="pres">
      <dgm:prSet presAssocID="{76AFDA60-85FE-4345-993F-DE3E2BAEFD5C}" presName="spaceRect" presStyleCnt="0"/>
      <dgm:spPr/>
    </dgm:pt>
    <dgm:pt modelId="{E3782F08-7D38-46C6-9169-D0BA79881B43}" type="pres">
      <dgm:prSet presAssocID="{76AFDA60-85FE-4345-993F-DE3E2BAEFD5C}" presName="textRect" presStyleLbl="revTx" presStyleIdx="1" presStyleCnt="3">
        <dgm:presLayoutVars>
          <dgm:chMax val="1"/>
          <dgm:chPref val="1"/>
        </dgm:presLayoutVars>
      </dgm:prSet>
      <dgm:spPr/>
    </dgm:pt>
    <dgm:pt modelId="{62E892CB-C6DD-46DA-A8F5-BE6244242EF4}" type="pres">
      <dgm:prSet presAssocID="{F8E1D8D0-661E-420F-AB29-48EAEC542D1C}" presName="sibTrans" presStyleCnt="0"/>
      <dgm:spPr/>
    </dgm:pt>
    <dgm:pt modelId="{7B731F69-2272-47AD-9AA2-068B764C778D}" type="pres">
      <dgm:prSet presAssocID="{899F16A4-AAD9-4F74-971E-B5FD64275E7C}" presName="compNode" presStyleCnt="0"/>
      <dgm:spPr/>
    </dgm:pt>
    <dgm:pt modelId="{9FC7A3D8-F303-4CB3-95F2-ADCDF2D0113C}" type="pres">
      <dgm:prSet presAssocID="{899F16A4-AAD9-4F74-971E-B5FD64275E7C}" presName="iconBgRect" presStyleLbl="bgShp" presStyleIdx="2" presStyleCnt="3"/>
      <dgm:spPr/>
    </dgm:pt>
    <dgm:pt modelId="{CCD7D71F-2295-41EE-B40B-BBC080C5C0CF}" type="pres">
      <dgm:prSet presAssocID="{899F16A4-AAD9-4F74-971E-B5FD64275E7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rge paint brush"/>
        </a:ext>
      </dgm:extLst>
    </dgm:pt>
    <dgm:pt modelId="{A2DF6372-B82A-46F2-AA4A-8694A9AA694B}" type="pres">
      <dgm:prSet presAssocID="{899F16A4-AAD9-4F74-971E-B5FD64275E7C}" presName="spaceRect" presStyleCnt="0"/>
      <dgm:spPr/>
    </dgm:pt>
    <dgm:pt modelId="{674184A4-A4F1-40F2-B1BF-A56FC3A187A1}" type="pres">
      <dgm:prSet presAssocID="{899F16A4-AAD9-4F74-971E-B5FD64275E7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5276F10-9530-4A48-AF1A-EF29C68EE104}" type="presOf" srcId="{A2F6AE79-32A4-4B41-B8B8-74A960D0745B}" destId="{8B19BAA4-6E61-4B57-8D09-0724F516F198}" srcOrd="0" destOrd="0" presId="urn:microsoft.com/office/officeart/2018/5/layout/IconCircleLabelList"/>
    <dgm:cxn modelId="{79074C31-7B3B-41FF-8A1A-019AD50FA362}" srcId="{33AEAA33-B6F7-4E26-B14A-F1844749937E}" destId="{76AFDA60-85FE-4345-993F-DE3E2BAEFD5C}" srcOrd="1" destOrd="0" parTransId="{1EE22330-C2FA-4F5B-A500-B481B74178A2}" sibTransId="{F8E1D8D0-661E-420F-AB29-48EAEC542D1C}"/>
    <dgm:cxn modelId="{E61F2138-D4BC-4D9D-8DE9-8D7D96A74E30}" type="presOf" srcId="{33AEAA33-B6F7-4E26-B14A-F1844749937E}" destId="{7CB2C96D-2856-489E-B352-3332B5BD078E}" srcOrd="0" destOrd="0" presId="urn:microsoft.com/office/officeart/2018/5/layout/IconCircleLabelList"/>
    <dgm:cxn modelId="{B581AA4B-3532-4670-8CDF-8BA7AB8C3FC2}" srcId="{33AEAA33-B6F7-4E26-B14A-F1844749937E}" destId="{A2F6AE79-32A4-4B41-B8B8-74A960D0745B}" srcOrd="0" destOrd="0" parTransId="{AB7D2336-4503-46CA-88AB-EED80CD0817C}" sibTransId="{C9BF1F0A-BC51-4FDE-8835-ABEC26351FAA}"/>
    <dgm:cxn modelId="{1A0B1951-30C7-45BA-90AF-DF9316437A31}" srcId="{33AEAA33-B6F7-4E26-B14A-F1844749937E}" destId="{899F16A4-AAD9-4F74-971E-B5FD64275E7C}" srcOrd="2" destOrd="0" parTransId="{8A1DDC13-1167-4EA5-B610-A66BCA5E2213}" sibTransId="{F820B350-793A-4F1D-AFC9-2259ABB32DB8}"/>
    <dgm:cxn modelId="{98303B74-349D-45C7-8898-B055D6BD2362}" type="presOf" srcId="{76AFDA60-85FE-4345-993F-DE3E2BAEFD5C}" destId="{E3782F08-7D38-46C6-9169-D0BA79881B43}" srcOrd="0" destOrd="0" presId="urn:microsoft.com/office/officeart/2018/5/layout/IconCircleLabelList"/>
    <dgm:cxn modelId="{FCB711DD-5A93-4BE5-B06F-0CEB3FE6EF12}" type="presOf" srcId="{899F16A4-AAD9-4F74-971E-B5FD64275E7C}" destId="{674184A4-A4F1-40F2-B1BF-A56FC3A187A1}" srcOrd="0" destOrd="0" presId="urn:microsoft.com/office/officeart/2018/5/layout/IconCircleLabelList"/>
    <dgm:cxn modelId="{2F97B238-FD70-424A-B3C2-8FA8216D0B17}" type="presParOf" srcId="{7CB2C96D-2856-489E-B352-3332B5BD078E}" destId="{B3B7A343-F04E-4635-A209-BA73E8E67000}" srcOrd="0" destOrd="0" presId="urn:microsoft.com/office/officeart/2018/5/layout/IconCircleLabelList"/>
    <dgm:cxn modelId="{340E759F-6C8F-4DAA-BAA9-8567775FF751}" type="presParOf" srcId="{B3B7A343-F04E-4635-A209-BA73E8E67000}" destId="{EC7AFE00-AF8A-4B5E-8009-45CE02C77C57}" srcOrd="0" destOrd="0" presId="urn:microsoft.com/office/officeart/2018/5/layout/IconCircleLabelList"/>
    <dgm:cxn modelId="{B24595AB-F725-4314-A319-40DB0CEB3A2F}" type="presParOf" srcId="{B3B7A343-F04E-4635-A209-BA73E8E67000}" destId="{E9DD47EF-868D-40ED-BD6A-4DA09AE3590C}" srcOrd="1" destOrd="0" presId="urn:microsoft.com/office/officeart/2018/5/layout/IconCircleLabelList"/>
    <dgm:cxn modelId="{271F9586-99BE-4CD6-B41B-EF0DCBA6415F}" type="presParOf" srcId="{B3B7A343-F04E-4635-A209-BA73E8E67000}" destId="{A700C8AB-6B19-43C3-82CA-BF101462D4C1}" srcOrd="2" destOrd="0" presId="urn:microsoft.com/office/officeart/2018/5/layout/IconCircleLabelList"/>
    <dgm:cxn modelId="{CBB2B281-E729-4564-B828-C195B5995EF3}" type="presParOf" srcId="{B3B7A343-F04E-4635-A209-BA73E8E67000}" destId="{8B19BAA4-6E61-4B57-8D09-0724F516F198}" srcOrd="3" destOrd="0" presId="urn:microsoft.com/office/officeart/2018/5/layout/IconCircleLabelList"/>
    <dgm:cxn modelId="{B1AFE5B8-153E-46A1-8002-3E47E0E43968}" type="presParOf" srcId="{7CB2C96D-2856-489E-B352-3332B5BD078E}" destId="{93897A56-CE56-4C88-9F40-4D26D8FD084A}" srcOrd="1" destOrd="0" presId="urn:microsoft.com/office/officeart/2018/5/layout/IconCircleLabelList"/>
    <dgm:cxn modelId="{59966ECB-7E49-485F-B973-EA451B3F4330}" type="presParOf" srcId="{7CB2C96D-2856-489E-B352-3332B5BD078E}" destId="{E659B16D-2321-4B8B-91C1-C02E0B28DE13}" srcOrd="2" destOrd="0" presId="urn:microsoft.com/office/officeart/2018/5/layout/IconCircleLabelList"/>
    <dgm:cxn modelId="{B870B26B-BD80-4A6B-BB38-BEF46EC454CA}" type="presParOf" srcId="{E659B16D-2321-4B8B-91C1-C02E0B28DE13}" destId="{3F52F51E-7D8C-43D1-8775-5B292E738C9D}" srcOrd="0" destOrd="0" presId="urn:microsoft.com/office/officeart/2018/5/layout/IconCircleLabelList"/>
    <dgm:cxn modelId="{2825B8FA-20CC-44CE-9521-B1B770919A35}" type="presParOf" srcId="{E659B16D-2321-4B8B-91C1-C02E0B28DE13}" destId="{8EA17397-D29D-48E0-9330-7259BB904963}" srcOrd="1" destOrd="0" presId="urn:microsoft.com/office/officeart/2018/5/layout/IconCircleLabelList"/>
    <dgm:cxn modelId="{D5D627C4-239B-459F-B78D-6E9F0B063767}" type="presParOf" srcId="{E659B16D-2321-4B8B-91C1-C02E0B28DE13}" destId="{3FC0E962-B018-4F51-884E-D26497D68D33}" srcOrd="2" destOrd="0" presId="urn:microsoft.com/office/officeart/2018/5/layout/IconCircleLabelList"/>
    <dgm:cxn modelId="{45B69180-D759-446D-9536-A72AF0961CF7}" type="presParOf" srcId="{E659B16D-2321-4B8B-91C1-C02E0B28DE13}" destId="{E3782F08-7D38-46C6-9169-D0BA79881B43}" srcOrd="3" destOrd="0" presId="urn:microsoft.com/office/officeart/2018/5/layout/IconCircleLabelList"/>
    <dgm:cxn modelId="{A3E55349-FD18-4C22-9D93-0A5EE4334870}" type="presParOf" srcId="{7CB2C96D-2856-489E-B352-3332B5BD078E}" destId="{62E892CB-C6DD-46DA-A8F5-BE6244242EF4}" srcOrd="3" destOrd="0" presId="urn:microsoft.com/office/officeart/2018/5/layout/IconCircleLabelList"/>
    <dgm:cxn modelId="{54E5C8A6-26B5-4946-84E5-38AFAA6A16EE}" type="presParOf" srcId="{7CB2C96D-2856-489E-B352-3332B5BD078E}" destId="{7B731F69-2272-47AD-9AA2-068B764C778D}" srcOrd="4" destOrd="0" presId="urn:microsoft.com/office/officeart/2018/5/layout/IconCircleLabelList"/>
    <dgm:cxn modelId="{085F73FF-9F2C-44B2-87A8-FCC51A86054D}" type="presParOf" srcId="{7B731F69-2272-47AD-9AA2-068B764C778D}" destId="{9FC7A3D8-F303-4CB3-95F2-ADCDF2D0113C}" srcOrd="0" destOrd="0" presId="urn:microsoft.com/office/officeart/2018/5/layout/IconCircleLabelList"/>
    <dgm:cxn modelId="{3434F133-1877-4DE6-AB42-792BE1C4B242}" type="presParOf" srcId="{7B731F69-2272-47AD-9AA2-068B764C778D}" destId="{CCD7D71F-2295-41EE-B40B-BBC080C5C0CF}" srcOrd="1" destOrd="0" presId="urn:microsoft.com/office/officeart/2018/5/layout/IconCircleLabelList"/>
    <dgm:cxn modelId="{C801A485-1D15-4C6F-9F8C-7A2A1B267B6D}" type="presParOf" srcId="{7B731F69-2272-47AD-9AA2-068B764C778D}" destId="{A2DF6372-B82A-46F2-AA4A-8694A9AA694B}" srcOrd="2" destOrd="0" presId="urn:microsoft.com/office/officeart/2018/5/layout/IconCircleLabelList"/>
    <dgm:cxn modelId="{CFACA2B0-DF70-4F32-A106-58BA0D25F0DC}" type="presParOf" srcId="{7B731F69-2272-47AD-9AA2-068B764C778D}" destId="{674184A4-A4F1-40F2-B1BF-A56FC3A187A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1E76FC1-B5D8-4013-8F98-0B5E6A2B973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6C1CA8B-CAA0-4162-9306-EFB66F8C971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Elevation</a:t>
          </a:r>
        </a:p>
      </dgm:t>
    </dgm:pt>
    <dgm:pt modelId="{62B73EB7-7B6F-4EA1-BF6E-40D75F7367D7}" type="parTrans" cxnId="{E75C61B0-28CA-4C88-BE8D-297C39D377DC}">
      <dgm:prSet/>
      <dgm:spPr/>
      <dgm:t>
        <a:bodyPr/>
        <a:lstStyle/>
        <a:p>
          <a:endParaRPr lang="en-US"/>
        </a:p>
      </dgm:t>
    </dgm:pt>
    <dgm:pt modelId="{11EA9695-E573-44C7-A97F-27B00724B675}" type="sibTrans" cxnId="{E75C61B0-28CA-4C88-BE8D-297C39D377DC}">
      <dgm:prSet/>
      <dgm:spPr/>
      <dgm:t>
        <a:bodyPr/>
        <a:lstStyle/>
        <a:p>
          <a:endParaRPr lang="en-US"/>
        </a:p>
      </dgm:t>
    </dgm:pt>
    <dgm:pt modelId="{0D9B12BA-F023-4F91-BBDD-6C10AE929F6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Classification</a:t>
          </a:r>
        </a:p>
      </dgm:t>
    </dgm:pt>
    <dgm:pt modelId="{216755CA-DE4C-42FC-AF37-B6931C7E7D4E}" type="parTrans" cxnId="{BF731B47-BE77-4C9C-9BFD-6E03FA232CAA}">
      <dgm:prSet/>
      <dgm:spPr/>
      <dgm:t>
        <a:bodyPr/>
        <a:lstStyle/>
        <a:p>
          <a:endParaRPr lang="en-US"/>
        </a:p>
      </dgm:t>
    </dgm:pt>
    <dgm:pt modelId="{165BA2BA-2398-42A0-9600-19C137142B79}" type="sibTrans" cxnId="{BF731B47-BE77-4C9C-9BFD-6E03FA232CAA}">
      <dgm:prSet/>
      <dgm:spPr/>
      <dgm:t>
        <a:bodyPr/>
        <a:lstStyle/>
        <a:p>
          <a:endParaRPr lang="en-US"/>
        </a:p>
      </dgm:t>
    </dgm:pt>
    <dgm:pt modelId="{65F3EF64-F9EC-4D8E-A0EE-F05D8ACF936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Intensity</a:t>
          </a:r>
        </a:p>
      </dgm:t>
    </dgm:pt>
    <dgm:pt modelId="{15A47701-B25E-485F-A497-F2E8A58FB541}" type="parTrans" cxnId="{1185E80F-E2A0-4B3F-B935-892B71EE95DE}">
      <dgm:prSet/>
      <dgm:spPr/>
      <dgm:t>
        <a:bodyPr/>
        <a:lstStyle/>
        <a:p>
          <a:endParaRPr lang="en-US"/>
        </a:p>
      </dgm:t>
    </dgm:pt>
    <dgm:pt modelId="{2844BC8E-CE01-44B3-B7A7-3BEB1D8422D5}" type="sibTrans" cxnId="{1185E80F-E2A0-4B3F-B935-892B71EE95DE}">
      <dgm:prSet/>
      <dgm:spPr/>
      <dgm:t>
        <a:bodyPr/>
        <a:lstStyle/>
        <a:p>
          <a:endParaRPr lang="en-US"/>
        </a:p>
      </dgm:t>
    </dgm:pt>
    <dgm:pt modelId="{6D588690-D043-4E08-B4D9-7B8256628F9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Return number</a:t>
          </a:r>
        </a:p>
      </dgm:t>
    </dgm:pt>
    <dgm:pt modelId="{DD85366E-BB91-4FB2-ACAE-CBF3AD358FCD}" type="parTrans" cxnId="{ED0A1831-9C2B-4E58-BE2F-7155B2D95BC3}">
      <dgm:prSet/>
      <dgm:spPr/>
      <dgm:t>
        <a:bodyPr/>
        <a:lstStyle/>
        <a:p>
          <a:endParaRPr lang="en-US"/>
        </a:p>
      </dgm:t>
    </dgm:pt>
    <dgm:pt modelId="{EE215689-A094-48F2-A231-460050C8D7E0}" type="sibTrans" cxnId="{ED0A1831-9C2B-4E58-BE2F-7155B2D95BC3}">
      <dgm:prSet/>
      <dgm:spPr/>
      <dgm:t>
        <a:bodyPr/>
        <a:lstStyle/>
        <a:p>
          <a:endParaRPr lang="en-US"/>
        </a:p>
      </dgm:t>
    </dgm:pt>
    <dgm:pt modelId="{A62D161A-C9FE-402D-A3E7-DDEF50759DF7}" type="pres">
      <dgm:prSet presAssocID="{31E76FC1-B5D8-4013-8F98-0B5E6A2B9736}" presName="root" presStyleCnt="0">
        <dgm:presLayoutVars>
          <dgm:dir/>
          <dgm:resizeHandles val="exact"/>
        </dgm:presLayoutVars>
      </dgm:prSet>
      <dgm:spPr/>
    </dgm:pt>
    <dgm:pt modelId="{2DECCFB5-B0A5-475C-A2CD-64243DFCD489}" type="pres">
      <dgm:prSet presAssocID="{56C1CA8B-CAA0-4162-9306-EFB66F8C971F}" presName="compNode" presStyleCnt="0"/>
      <dgm:spPr/>
    </dgm:pt>
    <dgm:pt modelId="{EF64510F-DF17-4121-9467-C189BF2AA649}" type="pres">
      <dgm:prSet presAssocID="{56C1CA8B-CAA0-4162-9306-EFB66F8C971F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BC32F98-48E2-43EB-858A-2C134C469899}" type="pres">
      <dgm:prSet presAssocID="{56C1CA8B-CAA0-4162-9306-EFB66F8C971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s"/>
        </a:ext>
      </dgm:extLst>
    </dgm:pt>
    <dgm:pt modelId="{3235A99F-25A1-4C34-AF8B-A03E90263A79}" type="pres">
      <dgm:prSet presAssocID="{56C1CA8B-CAA0-4162-9306-EFB66F8C971F}" presName="spaceRect" presStyleCnt="0"/>
      <dgm:spPr/>
    </dgm:pt>
    <dgm:pt modelId="{B8AC00AD-84F0-4940-9A3A-FDF2090CB64A}" type="pres">
      <dgm:prSet presAssocID="{56C1CA8B-CAA0-4162-9306-EFB66F8C971F}" presName="textRect" presStyleLbl="revTx" presStyleIdx="0" presStyleCnt="4">
        <dgm:presLayoutVars>
          <dgm:chMax val="1"/>
          <dgm:chPref val="1"/>
        </dgm:presLayoutVars>
      </dgm:prSet>
      <dgm:spPr/>
    </dgm:pt>
    <dgm:pt modelId="{059294C9-CB6A-4DC3-BCD7-3BD086EFA318}" type="pres">
      <dgm:prSet presAssocID="{11EA9695-E573-44C7-A97F-27B00724B675}" presName="sibTrans" presStyleCnt="0"/>
      <dgm:spPr/>
    </dgm:pt>
    <dgm:pt modelId="{2CBF42C9-284E-4099-AC7F-904B5C718589}" type="pres">
      <dgm:prSet presAssocID="{0D9B12BA-F023-4F91-BBDD-6C10AE929F68}" presName="compNode" presStyleCnt="0"/>
      <dgm:spPr/>
    </dgm:pt>
    <dgm:pt modelId="{A8769BF1-187F-4EE6-8A82-545BA08CA8C5}" type="pres">
      <dgm:prSet presAssocID="{0D9B12BA-F023-4F91-BBDD-6C10AE929F68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01FEC82-59E4-48F5-8E58-1A7926F7A354}" type="pres">
      <dgm:prSet presAssocID="{0D9B12BA-F023-4F91-BBDD-6C10AE929F6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4963E90-34CF-4AC8-AF50-F5E2929173AB}" type="pres">
      <dgm:prSet presAssocID="{0D9B12BA-F023-4F91-BBDD-6C10AE929F68}" presName="spaceRect" presStyleCnt="0"/>
      <dgm:spPr/>
    </dgm:pt>
    <dgm:pt modelId="{8F0ED1E8-8981-4A0C-931F-E824ECD0C203}" type="pres">
      <dgm:prSet presAssocID="{0D9B12BA-F023-4F91-BBDD-6C10AE929F68}" presName="textRect" presStyleLbl="revTx" presStyleIdx="1" presStyleCnt="4">
        <dgm:presLayoutVars>
          <dgm:chMax val="1"/>
          <dgm:chPref val="1"/>
        </dgm:presLayoutVars>
      </dgm:prSet>
      <dgm:spPr/>
    </dgm:pt>
    <dgm:pt modelId="{0DA0DC05-720A-499A-992C-85F7BDA7C255}" type="pres">
      <dgm:prSet presAssocID="{165BA2BA-2398-42A0-9600-19C137142B79}" presName="sibTrans" presStyleCnt="0"/>
      <dgm:spPr/>
    </dgm:pt>
    <dgm:pt modelId="{EEDA4F5F-1F9F-4502-9524-84B6A0E15E75}" type="pres">
      <dgm:prSet presAssocID="{65F3EF64-F9EC-4D8E-A0EE-F05D8ACF9368}" presName="compNode" presStyleCnt="0"/>
      <dgm:spPr/>
    </dgm:pt>
    <dgm:pt modelId="{0DF132BE-0687-4585-9542-C9A1B7EEBC36}" type="pres">
      <dgm:prSet presAssocID="{65F3EF64-F9EC-4D8E-A0EE-F05D8ACF9368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002A35B-466C-44EB-B99C-70A319F5615C}" type="pres">
      <dgm:prSet presAssocID="{65F3EF64-F9EC-4D8E-A0EE-F05D8ACF936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48C18ADD-A229-44F5-B3D6-BE6B07E70BA7}" type="pres">
      <dgm:prSet presAssocID="{65F3EF64-F9EC-4D8E-A0EE-F05D8ACF9368}" presName="spaceRect" presStyleCnt="0"/>
      <dgm:spPr/>
    </dgm:pt>
    <dgm:pt modelId="{1ED52832-3B81-4B24-98AB-C62AA6180049}" type="pres">
      <dgm:prSet presAssocID="{65F3EF64-F9EC-4D8E-A0EE-F05D8ACF9368}" presName="textRect" presStyleLbl="revTx" presStyleIdx="2" presStyleCnt="4">
        <dgm:presLayoutVars>
          <dgm:chMax val="1"/>
          <dgm:chPref val="1"/>
        </dgm:presLayoutVars>
      </dgm:prSet>
      <dgm:spPr/>
    </dgm:pt>
    <dgm:pt modelId="{8E874C52-56B5-42AA-A24D-49B1BCC4477E}" type="pres">
      <dgm:prSet presAssocID="{2844BC8E-CE01-44B3-B7A7-3BEB1D8422D5}" presName="sibTrans" presStyleCnt="0"/>
      <dgm:spPr/>
    </dgm:pt>
    <dgm:pt modelId="{1AC377E6-6303-45EB-ADBD-7DFAAABB7662}" type="pres">
      <dgm:prSet presAssocID="{6D588690-D043-4E08-B4D9-7B8256628F96}" presName="compNode" presStyleCnt="0"/>
      <dgm:spPr/>
    </dgm:pt>
    <dgm:pt modelId="{1B58F0BC-EB08-4DD7-A068-4D97182BF0C5}" type="pres">
      <dgm:prSet presAssocID="{6D588690-D043-4E08-B4D9-7B8256628F96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4FED268-15CE-4494-812A-64CA8725959E}" type="pres">
      <dgm:prSet presAssocID="{6D588690-D043-4E08-B4D9-7B8256628F9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D1726F14-26B1-45AE-87D9-3019D9C36526}" type="pres">
      <dgm:prSet presAssocID="{6D588690-D043-4E08-B4D9-7B8256628F96}" presName="spaceRect" presStyleCnt="0"/>
      <dgm:spPr/>
    </dgm:pt>
    <dgm:pt modelId="{F4877418-0CC5-4F40-9A9C-78F57FD3BADD}" type="pres">
      <dgm:prSet presAssocID="{6D588690-D043-4E08-B4D9-7B8256628F9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185E80F-E2A0-4B3F-B935-892B71EE95DE}" srcId="{31E76FC1-B5D8-4013-8F98-0B5E6A2B9736}" destId="{65F3EF64-F9EC-4D8E-A0EE-F05D8ACF9368}" srcOrd="2" destOrd="0" parTransId="{15A47701-B25E-485F-A497-F2E8A58FB541}" sibTransId="{2844BC8E-CE01-44B3-B7A7-3BEB1D8422D5}"/>
    <dgm:cxn modelId="{ED0A1831-9C2B-4E58-BE2F-7155B2D95BC3}" srcId="{31E76FC1-B5D8-4013-8F98-0B5E6A2B9736}" destId="{6D588690-D043-4E08-B4D9-7B8256628F96}" srcOrd="3" destOrd="0" parTransId="{DD85366E-BB91-4FB2-ACAE-CBF3AD358FCD}" sibTransId="{EE215689-A094-48F2-A231-460050C8D7E0}"/>
    <dgm:cxn modelId="{6C27CB46-A55C-4C71-8F53-D36D993DFD55}" type="presOf" srcId="{0D9B12BA-F023-4F91-BBDD-6C10AE929F68}" destId="{8F0ED1E8-8981-4A0C-931F-E824ECD0C203}" srcOrd="0" destOrd="0" presId="urn:microsoft.com/office/officeart/2018/5/layout/IconLeafLabelList"/>
    <dgm:cxn modelId="{BF731B47-BE77-4C9C-9BFD-6E03FA232CAA}" srcId="{31E76FC1-B5D8-4013-8F98-0B5E6A2B9736}" destId="{0D9B12BA-F023-4F91-BBDD-6C10AE929F68}" srcOrd="1" destOrd="0" parTransId="{216755CA-DE4C-42FC-AF37-B6931C7E7D4E}" sibTransId="{165BA2BA-2398-42A0-9600-19C137142B79}"/>
    <dgm:cxn modelId="{0F255F56-B846-486C-AA78-E3E908B9581D}" type="presOf" srcId="{65F3EF64-F9EC-4D8E-A0EE-F05D8ACF9368}" destId="{1ED52832-3B81-4B24-98AB-C62AA6180049}" srcOrd="0" destOrd="0" presId="urn:microsoft.com/office/officeart/2018/5/layout/IconLeafLabelList"/>
    <dgm:cxn modelId="{44127C8D-A226-450B-A8FA-7C77B2BDD57A}" type="presOf" srcId="{56C1CA8B-CAA0-4162-9306-EFB66F8C971F}" destId="{B8AC00AD-84F0-4940-9A3A-FDF2090CB64A}" srcOrd="0" destOrd="0" presId="urn:microsoft.com/office/officeart/2018/5/layout/IconLeafLabelList"/>
    <dgm:cxn modelId="{E75C61B0-28CA-4C88-BE8D-297C39D377DC}" srcId="{31E76FC1-B5D8-4013-8F98-0B5E6A2B9736}" destId="{56C1CA8B-CAA0-4162-9306-EFB66F8C971F}" srcOrd="0" destOrd="0" parTransId="{62B73EB7-7B6F-4EA1-BF6E-40D75F7367D7}" sibTransId="{11EA9695-E573-44C7-A97F-27B00724B675}"/>
    <dgm:cxn modelId="{354F0ABC-4ED2-4E86-92B8-C69EA41FD6B5}" type="presOf" srcId="{31E76FC1-B5D8-4013-8F98-0B5E6A2B9736}" destId="{A62D161A-C9FE-402D-A3E7-DDEF50759DF7}" srcOrd="0" destOrd="0" presId="urn:microsoft.com/office/officeart/2018/5/layout/IconLeafLabelList"/>
    <dgm:cxn modelId="{A99AC0C6-310A-49D4-9E5F-A62EFBA01FC4}" type="presOf" srcId="{6D588690-D043-4E08-B4D9-7B8256628F96}" destId="{F4877418-0CC5-4F40-9A9C-78F57FD3BADD}" srcOrd="0" destOrd="0" presId="urn:microsoft.com/office/officeart/2018/5/layout/IconLeafLabelList"/>
    <dgm:cxn modelId="{70D81063-D7A7-4254-8F06-A8F230A50B43}" type="presParOf" srcId="{A62D161A-C9FE-402D-A3E7-DDEF50759DF7}" destId="{2DECCFB5-B0A5-475C-A2CD-64243DFCD489}" srcOrd="0" destOrd="0" presId="urn:microsoft.com/office/officeart/2018/5/layout/IconLeafLabelList"/>
    <dgm:cxn modelId="{CBC288C4-3524-4050-9B7D-99CAB121E509}" type="presParOf" srcId="{2DECCFB5-B0A5-475C-A2CD-64243DFCD489}" destId="{EF64510F-DF17-4121-9467-C189BF2AA649}" srcOrd="0" destOrd="0" presId="urn:microsoft.com/office/officeart/2018/5/layout/IconLeafLabelList"/>
    <dgm:cxn modelId="{2FC2B265-BBD4-4E28-BB2B-882A60122E45}" type="presParOf" srcId="{2DECCFB5-B0A5-475C-A2CD-64243DFCD489}" destId="{3BC32F98-48E2-43EB-858A-2C134C469899}" srcOrd="1" destOrd="0" presId="urn:microsoft.com/office/officeart/2018/5/layout/IconLeafLabelList"/>
    <dgm:cxn modelId="{8FA280AB-50C4-4780-8717-95F22710D3C9}" type="presParOf" srcId="{2DECCFB5-B0A5-475C-A2CD-64243DFCD489}" destId="{3235A99F-25A1-4C34-AF8B-A03E90263A79}" srcOrd="2" destOrd="0" presId="urn:microsoft.com/office/officeart/2018/5/layout/IconLeafLabelList"/>
    <dgm:cxn modelId="{A1DEED93-32F7-4F7D-B8BF-610E0E0A03B4}" type="presParOf" srcId="{2DECCFB5-B0A5-475C-A2CD-64243DFCD489}" destId="{B8AC00AD-84F0-4940-9A3A-FDF2090CB64A}" srcOrd="3" destOrd="0" presId="urn:microsoft.com/office/officeart/2018/5/layout/IconLeafLabelList"/>
    <dgm:cxn modelId="{7F079323-FA55-48CE-92D9-C39E10F1EC87}" type="presParOf" srcId="{A62D161A-C9FE-402D-A3E7-DDEF50759DF7}" destId="{059294C9-CB6A-4DC3-BCD7-3BD086EFA318}" srcOrd="1" destOrd="0" presId="urn:microsoft.com/office/officeart/2018/5/layout/IconLeafLabelList"/>
    <dgm:cxn modelId="{72AFED79-4C6D-4091-B4EF-8E586084FEDE}" type="presParOf" srcId="{A62D161A-C9FE-402D-A3E7-DDEF50759DF7}" destId="{2CBF42C9-284E-4099-AC7F-904B5C718589}" srcOrd="2" destOrd="0" presId="urn:microsoft.com/office/officeart/2018/5/layout/IconLeafLabelList"/>
    <dgm:cxn modelId="{39A2F576-A29F-4473-BCD0-0750A7786BA4}" type="presParOf" srcId="{2CBF42C9-284E-4099-AC7F-904B5C718589}" destId="{A8769BF1-187F-4EE6-8A82-545BA08CA8C5}" srcOrd="0" destOrd="0" presId="urn:microsoft.com/office/officeart/2018/5/layout/IconLeafLabelList"/>
    <dgm:cxn modelId="{31DC06FE-46F2-4204-BAB7-B429135752D3}" type="presParOf" srcId="{2CBF42C9-284E-4099-AC7F-904B5C718589}" destId="{401FEC82-59E4-48F5-8E58-1A7926F7A354}" srcOrd="1" destOrd="0" presId="urn:microsoft.com/office/officeart/2018/5/layout/IconLeafLabelList"/>
    <dgm:cxn modelId="{D835945E-ED0B-427D-879E-698D106F0495}" type="presParOf" srcId="{2CBF42C9-284E-4099-AC7F-904B5C718589}" destId="{04963E90-34CF-4AC8-AF50-F5E2929173AB}" srcOrd="2" destOrd="0" presId="urn:microsoft.com/office/officeart/2018/5/layout/IconLeafLabelList"/>
    <dgm:cxn modelId="{D85AEF88-1B75-45E4-818C-50B80DE8A710}" type="presParOf" srcId="{2CBF42C9-284E-4099-AC7F-904B5C718589}" destId="{8F0ED1E8-8981-4A0C-931F-E824ECD0C203}" srcOrd="3" destOrd="0" presId="urn:microsoft.com/office/officeart/2018/5/layout/IconLeafLabelList"/>
    <dgm:cxn modelId="{FB438208-DD2A-4D66-B1BA-392194584D05}" type="presParOf" srcId="{A62D161A-C9FE-402D-A3E7-DDEF50759DF7}" destId="{0DA0DC05-720A-499A-992C-85F7BDA7C255}" srcOrd="3" destOrd="0" presId="urn:microsoft.com/office/officeart/2018/5/layout/IconLeafLabelList"/>
    <dgm:cxn modelId="{46692A43-FEEC-4C9C-B032-8A4BB1D8D9AE}" type="presParOf" srcId="{A62D161A-C9FE-402D-A3E7-DDEF50759DF7}" destId="{EEDA4F5F-1F9F-4502-9524-84B6A0E15E75}" srcOrd="4" destOrd="0" presId="urn:microsoft.com/office/officeart/2018/5/layout/IconLeafLabelList"/>
    <dgm:cxn modelId="{7E8A1369-6D8A-4B53-A277-06AE94447233}" type="presParOf" srcId="{EEDA4F5F-1F9F-4502-9524-84B6A0E15E75}" destId="{0DF132BE-0687-4585-9542-C9A1B7EEBC36}" srcOrd="0" destOrd="0" presId="urn:microsoft.com/office/officeart/2018/5/layout/IconLeafLabelList"/>
    <dgm:cxn modelId="{AA4E6426-1685-416A-85D5-41D4687289C4}" type="presParOf" srcId="{EEDA4F5F-1F9F-4502-9524-84B6A0E15E75}" destId="{6002A35B-466C-44EB-B99C-70A319F5615C}" srcOrd="1" destOrd="0" presId="urn:microsoft.com/office/officeart/2018/5/layout/IconLeafLabelList"/>
    <dgm:cxn modelId="{5FF33EB9-5491-458F-BA33-2D2E0A67A888}" type="presParOf" srcId="{EEDA4F5F-1F9F-4502-9524-84B6A0E15E75}" destId="{48C18ADD-A229-44F5-B3D6-BE6B07E70BA7}" srcOrd="2" destOrd="0" presId="urn:microsoft.com/office/officeart/2018/5/layout/IconLeafLabelList"/>
    <dgm:cxn modelId="{4A5FCC15-A2B2-480C-81AC-5FE059D89ED9}" type="presParOf" srcId="{EEDA4F5F-1F9F-4502-9524-84B6A0E15E75}" destId="{1ED52832-3B81-4B24-98AB-C62AA6180049}" srcOrd="3" destOrd="0" presId="urn:microsoft.com/office/officeart/2018/5/layout/IconLeafLabelList"/>
    <dgm:cxn modelId="{E6B58FDB-0AC2-4CE5-9BF6-3E790FCE387B}" type="presParOf" srcId="{A62D161A-C9FE-402D-A3E7-DDEF50759DF7}" destId="{8E874C52-56B5-42AA-A24D-49B1BCC4477E}" srcOrd="5" destOrd="0" presId="urn:microsoft.com/office/officeart/2018/5/layout/IconLeafLabelList"/>
    <dgm:cxn modelId="{07AD7B54-A241-421D-AE71-FA2DABBCA520}" type="presParOf" srcId="{A62D161A-C9FE-402D-A3E7-DDEF50759DF7}" destId="{1AC377E6-6303-45EB-ADBD-7DFAAABB7662}" srcOrd="6" destOrd="0" presId="urn:microsoft.com/office/officeart/2018/5/layout/IconLeafLabelList"/>
    <dgm:cxn modelId="{D0E0D157-F2F9-458E-8FCC-F886179F4B79}" type="presParOf" srcId="{1AC377E6-6303-45EB-ADBD-7DFAAABB7662}" destId="{1B58F0BC-EB08-4DD7-A068-4D97182BF0C5}" srcOrd="0" destOrd="0" presId="urn:microsoft.com/office/officeart/2018/5/layout/IconLeafLabelList"/>
    <dgm:cxn modelId="{3A8B06A1-D9D5-4F1F-90E3-BB26062A6D89}" type="presParOf" srcId="{1AC377E6-6303-45EB-ADBD-7DFAAABB7662}" destId="{44FED268-15CE-4494-812A-64CA8725959E}" srcOrd="1" destOrd="0" presId="urn:microsoft.com/office/officeart/2018/5/layout/IconLeafLabelList"/>
    <dgm:cxn modelId="{D2BDE572-30BB-4C6C-8B4A-0081541A3138}" type="presParOf" srcId="{1AC377E6-6303-45EB-ADBD-7DFAAABB7662}" destId="{D1726F14-26B1-45AE-87D9-3019D9C36526}" srcOrd="2" destOrd="0" presId="urn:microsoft.com/office/officeart/2018/5/layout/IconLeafLabelList"/>
    <dgm:cxn modelId="{6702EDBC-DB2D-4CE5-897E-812D5A578E4B}" type="presParOf" srcId="{1AC377E6-6303-45EB-ADBD-7DFAAABB7662}" destId="{F4877418-0CC5-4F40-9A9C-78F57FD3BAD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ABAC21-EE00-4482-A0DE-6C7D1B8A2040}">
      <dsp:nvSpPr>
        <dsp:cNvPr id="0" name=""/>
        <dsp:cNvSpPr/>
      </dsp:nvSpPr>
      <dsp:spPr>
        <a:xfrm>
          <a:off x="610543" y="2319"/>
          <a:ext cx="4038190" cy="12316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Web portal for discovering LiDAR datasets</a:t>
          </a:r>
        </a:p>
      </dsp:txBody>
      <dsp:txXfrm>
        <a:off x="610543" y="2319"/>
        <a:ext cx="4038190" cy="1231648"/>
      </dsp:txXfrm>
    </dsp:sp>
    <dsp:sp modelId="{0737D574-D010-47DC-95C7-B44A6F1C6F02}">
      <dsp:nvSpPr>
        <dsp:cNvPr id="0" name=""/>
        <dsp:cNvSpPr/>
      </dsp:nvSpPr>
      <dsp:spPr>
        <a:xfrm>
          <a:off x="610543" y="1738741"/>
          <a:ext cx="4038190" cy="12316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Provides dataset footprints &amp; details</a:t>
          </a:r>
        </a:p>
      </dsp:txBody>
      <dsp:txXfrm>
        <a:off x="610543" y="1738741"/>
        <a:ext cx="4038190" cy="1231648"/>
      </dsp:txXfrm>
    </dsp:sp>
    <dsp:sp modelId="{47D66086-3B19-4111-AB1C-57806CEAAC97}">
      <dsp:nvSpPr>
        <dsp:cNvPr id="0" name=""/>
        <dsp:cNvSpPr/>
      </dsp:nvSpPr>
      <dsp:spPr>
        <a:xfrm>
          <a:off x="610543" y="3475163"/>
          <a:ext cx="4038190" cy="12316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• Download LAS / LAZ tiles</a:t>
          </a:r>
        </a:p>
      </dsp:txBody>
      <dsp:txXfrm>
        <a:off x="610543" y="3475163"/>
        <a:ext cx="4038190" cy="12316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524413-CBE0-4208-8194-C700CB9DB43F}">
      <dsp:nvSpPr>
        <dsp:cNvPr id="0" name=""/>
        <dsp:cNvSpPr/>
      </dsp:nvSpPr>
      <dsp:spPr>
        <a:xfrm>
          <a:off x="7270" y="168630"/>
          <a:ext cx="2173137" cy="1303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1. Open </a:t>
          </a:r>
          <a:r>
            <a:rPr lang="en-US" sz="2000" kern="1200" dirty="0">
              <a:hlinkClick xmlns:r="http://schemas.openxmlformats.org/officeDocument/2006/relationships" r:id="rId1"/>
            </a:rPr>
            <a:t>USGS LiDAR Explorer</a:t>
          </a:r>
          <a:endParaRPr lang="en-US" sz="2000" kern="1200" dirty="0"/>
        </a:p>
      </dsp:txBody>
      <dsp:txXfrm>
        <a:off x="45459" y="206819"/>
        <a:ext cx="2096759" cy="1227504"/>
      </dsp:txXfrm>
    </dsp:sp>
    <dsp:sp modelId="{CB110589-1AF6-4F71-BA12-E56DADE7BFCD}">
      <dsp:nvSpPr>
        <dsp:cNvPr id="0" name=""/>
        <dsp:cNvSpPr/>
      </dsp:nvSpPr>
      <dsp:spPr>
        <a:xfrm>
          <a:off x="2371644" y="551102"/>
          <a:ext cx="460705" cy="5389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371644" y="658890"/>
        <a:ext cx="322494" cy="323362"/>
      </dsp:txXfrm>
    </dsp:sp>
    <dsp:sp modelId="{5ECA1D69-AB71-495E-A250-B27D77ED8EC0}">
      <dsp:nvSpPr>
        <dsp:cNvPr id="0" name=""/>
        <dsp:cNvSpPr/>
      </dsp:nvSpPr>
      <dsp:spPr>
        <a:xfrm>
          <a:off x="3049662" y="168630"/>
          <a:ext cx="2173137" cy="1303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2. Navigate to area of interest (AOI)</a:t>
          </a:r>
        </a:p>
      </dsp:txBody>
      <dsp:txXfrm>
        <a:off x="3087851" y="206819"/>
        <a:ext cx="2096759" cy="1227504"/>
      </dsp:txXfrm>
    </dsp:sp>
    <dsp:sp modelId="{6D67F9E4-6D11-4FDD-8401-606C665F3980}">
      <dsp:nvSpPr>
        <dsp:cNvPr id="0" name=""/>
        <dsp:cNvSpPr/>
      </dsp:nvSpPr>
      <dsp:spPr>
        <a:xfrm>
          <a:off x="5414036" y="551102"/>
          <a:ext cx="460705" cy="5389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414036" y="658890"/>
        <a:ext cx="322494" cy="323362"/>
      </dsp:txXfrm>
    </dsp:sp>
    <dsp:sp modelId="{03E16454-C197-4BD7-82A4-FADCD2ED4950}">
      <dsp:nvSpPr>
        <dsp:cNvPr id="0" name=""/>
        <dsp:cNvSpPr/>
      </dsp:nvSpPr>
      <dsp:spPr>
        <a:xfrm>
          <a:off x="6092055" y="168630"/>
          <a:ext cx="2173137" cy="1303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3. Draw selection box</a:t>
          </a:r>
        </a:p>
      </dsp:txBody>
      <dsp:txXfrm>
        <a:off x="6130244" y="206819"/>
        <a:ext cx="2096759" cy="1227504"/>
      </dsp:txXfrm>
    </dsp:sp>
    <dsp:sp modelId="{666AEDE1-4550-4EB9-916A-96A6D7431076}">
      <dsp:nvSpPr>
        <dsp:cNvPr id="0" name=""/>
        <dsp:cNvSpPr/>
      </dsp:nvSpPr>
      <dsp:spPr>
        <a:xfrm rot="5400000">
          <a:off x="6948271" y="1624632"/>
          <a:ext cx="460705" cy="5389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-5400000">
        <a:off x="7016943" y="1663749"/>
        <a:ext cx="323362" cy="322494"/>
      </dsp:txXfrm>
    </dsp:sp>
    <dsp:sp modelId="{B183A157-4258-4327-BB85-41D9D209D3A8}">
      <dsp:nvSpPr>
        <dsp:cNvPr id="0" name=""/>
        <dsp:cNvSpPr/>
      </dsp:nvSpPr>
      <dsp:spPr>
        <a:xfrm>
          <a:off x="6092055" y="2341767"/>
          <a:ext cx="2173137" cy="1303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4. Choose dataset &amp; product (LAZ preferred)</a:t>
          </a:r>
        </a:p>
      </dsp:txBody>
      <dsp:txXfrm>
        <a:off x="6130244" y="2379956"/>
        <a:ext cx="2096759" cy="1227504"/>
      </dsp:txXfrm>
    </dsp:sp>
    <dsp:sp modelId="{03035B91-9ECF-4E26-8A5D-4FB14D556AC6}">
      <dsp:nvSpPr>
        <dsp:cNvPr id="0" name=""/>
        <dsp:cNvSpPr/>
      </dsp:nvSpPr>
      <dsp:spPr>
        <a:xfrm rot="10800000">
          <a:off x="5440113" y="2724240"/>
          <a:ext cx="460705" cy="5389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5578324" y="2832028"/>
        <a:ext cx="322494" cy="323362"/>
      </dsp:txXfrm>
    </dsp:sp>
    <dsp:sp modelId="{E318E0C7-2967-48A1-935E-C9098E3D4346}">
      <dsp:nvSpPr>
        <dsp:cNvPr id="0" name=""/>
        <dsp:cNvSpPr/>
      </dsp:nvSpPr>
      <dsp:spPr>
        <a:xfrm>
          <a:off x="3049662" y="2341767"/>
          <a:ext cx="2173137" cy="1303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5. Download tiles</a:t>
          </a:r>
        </a:p>
      </dsp:txBody>
      <dsp:txXfrm>
        <a:off x="3087851" y="2379956"/>
        <a:ext cx="2096759" cy="12275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364379-CE36-48B6-9112-29D581B9D6ED}">
      <dsp:nvSpPr>
        <dsp:cNvPr id="0" name=""/>
        <dsp:cNvSpPr/>
      </dsp:nvSpPr>
      <dsp:spPr>
        <a:xfrm>
          <a:off x="1044040" y="30608"/>
          <a:ext cx="818736" cy="81873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35B0A9-9B9B-45F0-9019-34DDE9152E76}">
      <dsp:nvSpPr>
        <dsp:cNvPr id="0" name=""/>
        <dsp:cNvSpPr/>
      </dsp:nvSpPr>
      <dsp:spPr>
        <a:xfrm>
          <a:off x="1215974" y="202543"/>
          <a:ext cx="474866" cy="4748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B64BB-A671-4449-9229-33BB39201877}">
      <dsp:nvSpPr>
        <dsp:cNvPr id="0" name=""/>
        <dsp:cNvSpPr/>
      </dsp:nvSpPr>
      <dsp:spPr>
        <a:xfrm>
          <a:off x="2038219" y="30608"/>
          <a:ext cx="1929878" cy="818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Metadata = dataset description</a:t>
          </a:r>
        </a:p>
      </dsp:txBody>
      <dsp:txXfrm>
        <a:off x="2038219" y="30608"/>
        <a:ext cx="1929878" cy="818736"/>
      </dsp:txXfrm>
    </dsp:sp>
    <dsp:sp modelId="{1DA469E3-DF22-4BFE-91A0-09A59045E9AF}">
      <dsp:nvSpPr>
        <dsp:cNvPr id="0" name=""/>
        <dsp:cNvSpPr/>
      </dsp:nvSpPr>
      <dsp:spPr>
        <a:xfrm>
          <a:off x="4304364" y="30608"/>
          <a:ext cx="818736" cy="81873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D722C9-7591-4FAC-9F66-F0DA3E1AA090}">
      <dsp:nvSpPr>
        <dsp:cNvPr id="0" name=""/>
        <dsp:cNvSpPr/>
      </dsp:nvSpPr>
      <dsp:spPr>
        <a:xfrm>
          <a:off x="4476299" y="202543"/>
          <a:ext cx="474866" cy="4748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791E1-FB5B-4EF0-AB0C-10DAE2ED3E7E}">
      <dsp:nvSpPr>
        <dsp:cNvPr id="0" name=""/>
        <dsp:cNvSpPr/>
      </dsp:nvSpPr>
      <dsp:spPr>
        <a:xfrm>
          <a:off x="5298544" y="30608"/>
          <a:ext cx="1929878" cy="818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Look for acquisition date</a:t>
          </a:r>
        </a:p>
      </dsp:txBody>
      <dsp:txXfrm>
        <a:off x="5298544" y="30608"/>
        <a:ext cx="1929878" cy="818736"/>
      </dsp:txXfrm>
    </dsp:sp>
    <dsp:sp modelId="{A40380EC-881F-423E-BE4E-4033DF966FCE}">
      <dsp:nvSpPr>
        <dsp:cNvPr id="0" name=""/>
        <dsp:cNvSpPr/>
      </dsp:nvSpPr>
      <dsp:spPr>
        <a:xfrm>
          <a:off x="1044040" y="1497772"/>
          <a:ext cx="818736" cy="81873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C25A88-5153-493E-B851-5D1D4288062B}">
      <dsp:nvSpPr>
        <dsp:cNvPr id="0" name=""/>
        <dsp:cNvSpPr/>
      </dsp:nvSpPr>
      <dsp:spPr>
        <a:xfrm>
          <a:off x="1215974" y="1669707"/>
          <a:ext cx="474866" cy="4748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92518-9263-4095-A2DA-40D96975C6DB}">
      <dsp:nvSpPr>
        <dsp:cNvPr id="0" name=""/>
        <dsp:cNvSpPr/>
      </dsp:nvSpPr>
      <dsp:spPr>
        <a:xfrm>
          <a:off x="2038219" y="1497772"/>
          <a:ext cx="1929878" cy="818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Check point density (pts/m²)</a:t>
          </a:r>
        </a:p>
      </dsp:txBody>
      <dsp:txXfrm>
        <a:off x="2038219" y="1497772"/>
        <a:ext cx="1929878" cy="818736"/>
      </dsp:txXfrm>
    </dsp:sp>
    <dsp:sp modelId="{6112F64F-E919-4F0A-B7D2-CD91AD88F18C}">
      <dsp:nvSpPr>
        <dsp:cNvPr id="0" name=""/>
        <dsp:cNvSpPr/>
      </dsp:nvSpPr>
      <dsp:spPr>
        <a:xfrm>
          <a:off x="4304364" y="1497772"/>
          <a:ext cx="818736" cy="81873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B48D33-5878-44F0-A25B-74C60D3BB9B2}">
      <dsp:nvSpPr>
        <dsp:cNvPr id="0" name=""/>
        <dsp:cNvSpPr/>
      </dsp:nvSpPr>
      <dsp:spPr>
        <a:xfrm>
          <a:off x="4476299" y="1669707"/>
          <a:ext cx="474866" cy="4748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16CE43-B795-4DEE-BC13-A1A9AEE425A2}">
      <dsp:nvSpPr>
        <dsp:cNvPr id="0" name=""/>
        <dsp:cNvSpPr/>
      </dsp:nvSpPr>
      <dsp:spPr>
        <a:xfrm>
          <a:off x="5298544" y="1497772"/>
          <a:ext cx="1929878" cy="818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Review accuracy information</a:t>
          </a:r>
        </a:p>
      </dsp:txBody>
      <dsp:txXfrm>
        <a:off x="5298544" y="1497772"/>
        <a:ext cx="1929878" cy="818736"/>
      </dsp:txXfrm>
    </dsp:sp>
    <dsp:sp modelId="{6DFBBF50-C1D8-47FE-9A52-563FC4C6E6BD}">
      <dsp:nvSpPr>
        <dsp:cNvPr id="0" name=""/>
        <dsp:cNvSpPr/>
      </dsp:nvSpPr>
      <dsp:spPr>
        <a:xfrm>
          <a:off x="1044040" y="2964936"/>
          <a:ext cx="818736" cy="81873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2B96C8-DFE2-46A9-8BDB-3D6FE2A06B3A}">
      <dsp:nvSpPr>
        <dsp:cNvPr id="0" name=""/>
        <dsp:cNvSpPr/>
      </dsp:nvSpPr>
      <dsp:spPr>
        <a:xfrm>
          <a:off x="1215974" y="3136870"/>
          <a:ext cx="474866" cy="47486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D38A63-895A-4827-BF9A-DB2F7C24AF1B}">
      <dsp:nvSpPr>
        <dsp:cNvPr id="0" name=""/>
        <dsp:cNvSpPr/>
      </dsp:nvSpPr>
      <dsp:spPr>
        <a:xfrm>
          <a:off x="2038219" y="2964936"/>
          <a:ext cx="1929878" cy="818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Verify coordinate system &amp; units</a:t>
          </a:r>
        </a:p>
      </dsp:txBody>
      <dsp:txXfrm>
        <a:off x="2038219" y="2964936"/>
        <a:ext cx="1929878" cy="8187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F2F0B-D14A-4C90-83F8-FD81883C2568}">
      <dsp:nvSpPr>
        <dsp:cNvPr id="0" name=""/>
        <dsp:cNvSpPr/>
      </dsp:nvSpPr>
      <dsp:spPr>
        <a:xfrm>
          <a:off x="556481" y="579640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573159-331E-4565-B53F-E3797F1007DE}">
      <dsp:nvSpPr>
        <dsp:cNvPr id="0" name=""/>
        <dsp:cNvSpPr/>
      </dsp:nvSpPr>
      <dsp:spPr>
        <a:xfrm>
          <a:off x="870918" y="894078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DAAB9E-9783-47FC-8138-69CE0F420129}">
      <dsp:nvSpPr>
        <dsp:cNvPr id="0" name=""/>
        <dsp:cNvSpPr/>
      </dsp:nvSpPr>
      <dsp:spPr>
        <a:xfrm>
          <a:off x="84825" y="2514640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Determines data quality</a:t>
          </a:r>
        </a:p>
      </dsp:txBody>
      <dsp:txXfrm>
        <a:off x="84825" y="2514640"/>
        <a:ext cx="2418750" cy="720000"/>
      </dsp:txXfrm>
    </dsp:sp>
    <dsp:sp modelId="{6E3DB28E-736D-4F3C-9477-C561E43789FE}">
      <dsp:nvSpPr>
        <dsp:cNvPr id="0" name=""/>
        <dsp:cNvSpPr/>
      </dsp:nvSpPr>
      <dsp:spPr>
        <a:xfrm>
          <a:off x="3398512" y="579640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550B1-2096-4E0C-8162-FCB346D2319D}">
      <dsp:nvSpPr>
        <dsp:cNvPr id="0" name=""/>
        <dsp:cNvSpPr/>
      </dsp:nvSpPr>
      <dsp:spPr>
        <a:xfrm>
          <a:off x="3712950" y="894078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D1A380-92FB-4F78-B481-EE2929851E39}">
      <dsp:nvSpPr>
        <dsp:cNvPr id="0" name=""/>
        <dsp:cNvSpPr/>
      </dsp:nvSpPr>
      <dsp:spPr>
        <a:xfrm>
          <a:off x="2926856" y="2514640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Ensures correct analysis</a:t>
          </a:r>
        </a:p>
      </dsp:txBody>
      <dsp:txXfrm>
        <a:off x="2926856" y="2514640"/>
        <a:ext cx="2418750" cy="720000"/>
      </dsp:txXfrm>
    </dsp:sp>
    <dsp:sp modelId="{8B08226A-83A1-40B3-A6DC-29926374A719}">
      <dsp:nvSpPr>
        <dsp:cNvPr id="0" name=""/>
        <dsp:cNvSpPr/>
      </dsp:nvSpPr>
      <dsp:spPr>
        <a:xfrm>
          <a:off x="6240544" y="579640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EB27DF-33C1-49A4-B0F1-132603309535}">
      <dsp:nvSpPr>
        <dsp:cNvPr id="0" name=""/>
        <dsp:cNvSpPr/>
      </dsp:nvSpPr>
      <dsp:spPr>
        <a:xfrm>
          <a:off x="6554981" y="894078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EC163-A935-4216-9895-EFE2D8A66590}">
      <dsp:nvSpPr>
        <dsp:cNvPr id="0" name=""/>
        <dsp:cNvSpPr/>
      </dsp:nvSpPr>
      <dsp:spPr>
        <a:xfrm>
          <a:off x="5768887" y="2514640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Avoids projection/elevation errors</a:t>
          </a:r>
        </a:p>
      </dsp:txBody>
      <dsp:txXfrm>
        <a:off x="5768887" y="2514640"/>
        <a:ext cx="2418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D35DDA-378F-42D8-9146-B4184D6608EF}">
      <dsp:nvSpPr>
        <dsp:cNvPr id="0" name=""/>
        <dsp:cNvSpPr/>
      </dsp:nvSpPr>
      <dsp:spPr>
        <a:xfrm>
          <a:off x="7270" y="168630"/>
          <a:ext cx="2173137" cy="1303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Right-click LAS Dataset → Properties</a:t>
          </a:r>
        </a:p>
      </dsp:txBody>
      <dsp:txXfrm>
        <a:off x="45459" y="206819"/>
        <a:ext cx="2096759" cy="1227504"/>
      </dsp:txXfrm>
    </dsp:sp>
    <dsp:sp modelId="{A39D6B30-C6A5-4C36-ADEA-8102D93B721F}">
      <dsp:nvSpPr>
        <dsp:cNvPr id="0" name=""/>
        <dsp:cNvSpPr/>
      </dsp:nvSpPr>
      <dsp:spPr>
        <a:xfrm>
          <a:off x="2371644" y="551102"/>
          <a:ext cx="460705" cy="5389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371644" y="658890"/>
        <a:ext cx="322494" cy="323362"/>
      </dsp:txXfrm>
    </dsp:sp>
    <dsp:sp modelId="{BF6B2065-99FB-42FD-8E6A-1AFBD96CBA16}">
      <dsp:nvSpPr>
        <dsp:cNvPr id="0" name=""/>
        <dsp:cNvSpPr/>
      </dsp:nvSpPr>
      <dsp:spPr>
        <a:xfrm>
          <a:off x="3049662" y="168630"/>
          <a:ext cx="2173137" cy="1303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 Check number of points</a:t>
          </a:r>
        </a:p>
      </dsp:txBody>
      <dsp:txXfrm>
        <a:off x="3087851" y="206819"/>
        <a:ext cx="2096759" cy="1227504"/>
      </dsp:txXfrm>
    </dsp:sp>
    <dsp:sp modelId="{DAB585A2-31D7-4070-86D2-382E18D1F99F}">
      <dsp:nvSpPr>
        <dsp:cNvPr id="0" name=""/>
        <dsp:cNvSpPr/>
      </dsp:nvSpPr>
      <dsp:spPr>
        <a:xfrm>
          <a:off x="5414036" y="551102"/>
          <a:ext cx="460705" cy="5389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414036" y="658890"/>
        <a:ext cx="322494" cy="323362"/>
      </dsp:txXfrm>
    </dsp:sp>
    <dsp:sp modelId="{739F2079-2FFA-4C85-9C28-3C0CEC0842AB}">
      <dsp:nvSpPr>
        <dsp:cNvPr id="0" name=""/>
        <dsp:cNvSpPr/>
      </dsp:nvSpPr>
      <dsp:spPr>
        <a:xfrm>
          <a:off x="6092055" y="168630"/>
          <a:ext cx="2173137" cy="1303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Review spatial reference</a:t>
          </a:r>
        </a:p>
      </dsp:txBody>
      <dsp:txXfrm>
        <a:off x="6130244" y="206819"/>
        <a:ext cx="2096759" cy="1227504"/>
      </dsp:txXfrm>
    </dsp:sp>
    <dsp:sp modelId="{68CAA91F-643F-4760-9C90-759D0007058F}">
      <dsp:nvSpPr>
        <dsp:cNvPr id="0" name=""/>
        <dsp:cNvSpPr/>
      </dsp:nvSpPr>
      <dsp:spPr>
        <a:xfrm rot="5400000">
          <a:off x="6948271" y="1624632"/>
          <a:ext cx="460705" cy="5389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7016943" y="1663749"/>
        <a:ext cx="323362" cy="322494"/>
      </dsp:txXfrm>
    </dsp:sp>
    <dsp:sp modelId="{F537E1D8-2F57-4417-B0B0-D161EDDEF004}">
      <dsp:nvSpPr>
        <dsp:cNvPr id="0" name=""/>
        <dsp:cNvSpPr/>
      </dsp:nvSpPr>
      <dsp:spPr>
        <a:xfrm>
          <a:off x="6092055" y="2341767"/>
          <a:ext cx="2173137" cy="1303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View classification statistics</a:t>
          </a:r>
        </a:p>
      </dsp:txBody>
      <dsp:txXfrm>
        <a:off x="6130244" y="2379956"/>
        <a:ext cx="2096759" cy="1227504"/>
      </dsp:txXfrm>
    </dsp:sp>
    <dsp:sp modelId="{2532DC0D-E971-4E44-9EBC-4C9C68211318}">
      <dsp:nvSpPr>
        <dsp:cNvPr id="0" name=""/>
        <dsp:cNvSpPr/>
      </dsp:nvSpPr>
      <dsp:spPr>
        <a:xfrm rot="10800000">
          <a:off x="5440113" y="2724240"/>
          <a:ext cx="460705" cy="5389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5578324" y="2832028"/>
        <a:ext cx="322494" cy="323362"/>
      </dsp:txXfrm>
    </dsp:sp>
    <dsp:sp modelId="{18AB522E-C207-4216-A52D-19A0E193EB55}">
      <dsp:nvSpPr>
        <dsp:cNvPr id="0" name=""/>
        <dsp:cNvSpPr/>
      </dsp:nvSpPr>
      <dsp:spPr>
        <a:xfrm>
          <a:off x="3049662" y="2341767"/>
          <a:ext cx="2173137" cy="13038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Examine elevation range</a:t>
          </a:r>
        </a:p>
      </dsp:txBody>
      <dsp:txXfrm>
        <a:off x="3087851" y="2379956"/>
        <a:ext cx="2096759" cy="122750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AFE00-AF8A-4B5E-8009-45CE02C77C57}">
      <dsp:nvSpPr>
        <dsp:cNvPr id="0" name=""/>
        <dsp:cNvSpPr/>
      </dsp:nvSpPr>
      <dsp:spPr>
        <a:xfrm>
          <a:off x="556481" y="579640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DD47EF-868D-40ED-BD6A-4DA09AE3590C}">
      <dsp:nvSpPr>
        <dsp:cNvPr id="0" name=""/>
        <dsp:cNvSpPr/>
      </dsp:nvSpPr>
      <dsp:spPr>
        <a:xfrm>
          <a:off x="870918" y="894078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19BAA4-6E61-4B57-8D09-0724F516F198}">
      <dsp:nvSpPr>
        <dsp:cNvPr id="0" name=""/>
        <dsp:cNvSpPr/>
      </dsp:nvSpPr>
      <dsp:spPr>
        <a:xfrm>
          <a:off x="84825" y="2514640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LAS Dataset layer in Contents pane</a:t>
          </a:r>
        </a:p>
      </dsp:txBody>
      <dsp:txXfrm>
        <a:off x="84825" y="2514640"/>
        <a:ext cx="2418750" cy="720000"/>
      </dsp:txXfrm>
    </dsp:sp>
    <dsp:sp modelId="{3F52F51E-7D8C-43D1-8775-5B292E738C9D}">
      <dsp:nvSpPr>
        <dsp:cNvPr id="0" name=""/>
        <dsp:cNvSpPr/>
      </dsp:nvSpPr>
      <dsp:spPr>
        <a:xfrm>
          <a:off x="3398512" y="579640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A17397-D29D-48E0-9330-7259BB904963}">
      <dsp:nvSpPr>
        <dsp:cNvPr id="0" name=""/>
        <dsp:cNvSpPr/>
      </dsp:nvSpPr>
      <dsp:spPr>
        <a:xfrm>
          <a:off x="3712950" y="894078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782F08-7D38-46C6-9169-D0BA79881B43}">
      <dsp:nvSpPr>
        <dsp:cNvPr id="0" name=""/>
        <dsp:cNvSpPr/>
      </dsp:nvSpPr>
      <dsp:spPr>
        <a:xfrm>
          <a:off x="2926856" y="2514640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Point cloud visualization</a:t>
          </a:r>
        </a:p>
      </dsp:txBody>
      <dsp:txXfrm>
        <a:off x="2926856" y="2514640"/>
        <a:ext cx="2418750" cy="720000"/>
      </dsp:txXfrm>
    </dsp:sp>
    <dsp:sp modelId="{9FC7A3D8-F303-4CB3-95F2-ADCDF2D0113C}">
      <dsp:nvSpPr>
        <dsp:cNvPr id="0" name=""/>
        <dsp:cNvSpPr/>
      </dsp:nvSpPr>
      <dsp:spPr>
        <a:xfrm>
          <a:off x="6240544" y="579640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D7D71F-2295-41EE-B40B-BBC080C5C0CF}">
      <dsp:nvSpPr>
        <dsp:cNvPr id="0" name=""/>
        <dsp:cNvSpPr/>
      </dsp:nvSpPr>
      <dsp:spPr>
        <a:xfrm>
          <a:off x="6554981" y="894078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184A4-A4F1-40F2-B1BF-A56FC3A187A1}">
      <dsp:nvSpPr>
        <dsp:cNvPr id="0" name=""/>
        <dsp:cNvSpPr/>
      </dsp:nvSpPr>
      <dsp:spPr>
        <a:xfrm>
          <a:off x="5768887" y="2514640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Elevation-based coloring</a:t>
          </a:r>
        </a:p>
      </dsp:txBody>
      <dsp:txXfrm>
        <a:off x="5768887" y="2514640"/>
        <a:ext cx="2418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64510F-DF17-4121-9467-C189BF2AA649}">
      <dsp:nvSpPr>
        <dsp:cNvPr id="0" name=""/>
        <dsp:cNvSpPr/>
      </dsp:nvSpPr>
      <dsp:spPr>
        <a:xfrm>
          <a:off x="414731" y="82714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C32F98-48E2-43EB-858A-2C134C469899}">
      <dsp:nvSpPr>
        <dsp:cNvPr id="0" name=""/>
        <dsp:cNvSpPr/>
      </dsp:nvSpPr>
      <dsp:spPr>
        <a:xfrm>
          <a:off x="648731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C00AD-84F0-4940-9A3A-FDF2090CB64A}">
      <dsp:nvSpPr>
        <dsp:cNvPr id="0" name=""/>
        <dsp:cNvSpPr/>
      </dsp:nvSpPr>
      <dsp:spPr>
        <a:xfrm>
          <a:off x="63731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Elevation</a:t>
          </a:r>
        </a:p>
      </dsp:txBody>
      <dsp:txXfrm>
        <a:off x="63731" y="2267140"/>
        <a:ext cx="1800000" cy="720000"/>
      </dsp:txXfrm>
    </dsp:sp>
    <dsp:sp modelId="{A8769BF1-187F-4EE6-8A82-545BA08CA8C5}">
      <dsp:nvSpPr>
        <dsp:cNvPr id="0" name=""/>
        <dsp:cNvSpPr/>
      </dsp:nvSpPr>
      <dsp:spPr>
        <a:xfrm>
          <a:off x="2529731" y="82714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1FEC82-59E4-48F5-8E58-1A7926F7A354}">
      <dsp:nvSpPr>
        <dsp:cNvPr id="0" name=""/>
        <dsp:cNvSpPr/>
      </dsp:nvSpPr>
      <dsp:spPr>
        <a:xfrm>
          <a:off x="2763731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ED1E8-8981-4A0C-931F-E824ECD0C203}">
      <dsp:nvSpPr>
        <dsp:cNvPr id="0" name=""/>
        <dsp:cNvSpPr/>
      </dsp:nvSpPr>
      <dsp:spPr>
        <a:xfrm>
          <a:off x="2178731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Classification</a:t>
          </a:r>
        </a:p>
      </dsp:txBody>
      <dsp:txXfrm>
        <a:off x="2178731" y="2267140"/>
        <a:ext cx="1800000" cy="720000"/>
      </dsp:txXfrm>
    </dsp:sp>
    <dsp:sp modelId="{0DF132BE-0687-4585-9542-C9A1B7EEBC36}">
      <dsp:nvSpPr>
        <dsp:cNvPr id="0" name=""/>
        <dsp:cNvSpPr/>
      </dsp:nvSpPr>
      <dsp:spPr>
        <a:xfrm>
          <a:off x="4644731" y="82714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02A35B-466C-44EB-B99C-70A319F5615C}">
      <dsp:nvSpPr>
        <dsp:cNvPr id="0" name=""/>
        <dsp:cNvSpPr/>
      </dsp:nvSpPr>
      <dsp:spPr>
        <a:xfrm>
          <a:off x="4878731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D52832-3B81-4B24-98AB-C62AA6180049}">
      <dsp:nvSpPr>
        <dsp:cNvPr id="0" name=""/>
        <dsp:cNvSpPr/>
      </dsp:nvSpPr>
      <dsp:spPr>
        <a:xfrm>
          <a:off x="4293731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Intensity</a:t>
          </a:r>
        </a:p>
      </dsp:txBody>
      <dsp:txXfrm>
        <a:off x="4293731" y="2267140"/>
        <a:ext cx="1800000" cy="720000"/>
      </dsp:txXfrm>
    </dsp:sp>
    <dsp:sp modelId="{1B58F0BC-EB08-4DD7-A068-4D97182BF0C5}">
      <dsp:nvSpPr>
        <dsp:cNvPr id="0" name=""/>
        <dsp:cNvSpPr/>
      </dsp:nvSpPr>
      <dsp:spPr>
        <a:xfrm>
          <a:off x="6759731" y="827140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FED268-15CE-4494-812A-64CA8725959E}">
      <dsp:nvSpPr>
        <dsp:cNvPr id="0" name=""/>
        <dsp:cNvSpPr/>
      </dsp:nvSpPr>
      <dsp:spPr>
        <a:xfrm>
          <a:off x="6993731" y="1061140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77418-0CC5-4F40-9A9C-78F57FD3BADD}">
      <dsp:nvSpPr>
        <dsp:cNvPr id="0" name=""/>
        <dsp:cNvSpPr/>
      </dsp:nvSpPr>
      <dsp:spPr>
        <a:xfrm>
          <a:off x="6408731" y="22671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Return number</a:t>
          </a:r>
        </a:p>
      </dsp:txBody>
      <dsp:txXfrm>
        <a:off x="6408731" y="226714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4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5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4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54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82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66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9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4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47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98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C3D6C-4C04-4098-BFD3-3A35EE232A02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12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4FE18-0348-44C2-B6F7-2E0D6E3F701A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630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F0D2F-BB82-470C-9FE9-67ACBD4EA48C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241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A95C9-8F46-4670-8D9D-84E56B4CFD5A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12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75E7C-2B02-474E-8FA0-86410A5FC033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51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54FF1-2CCB-4C67-BF4F-DF19FC698996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211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F9D0A-F538-4910-B89C-0793149889D3}" type="datetime1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4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5CF7382D-DEC2-4064-84F2-56AF48079030}" type="datetime1">
              <a:rPr lang="en-US" smtClean="0"/>
              <a:t>2/18/2026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814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25F9-7C58-4ADD-B4E8-3E3F2DD7C261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438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367AB-96C5-48C1-ABEF-4922F06666CC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631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F2300-F914-44F4-9F48-323AB4F049A8}" type="datetime1">
              <a:rPr lang="en-US" smtClean="0"/>
              <a:t>2/18/2026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832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AF446-C7A3-4A2D-B01C-4080BC0DDC51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311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A5B41-BFC4-4275-B283-99B49DA65AE7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463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F5041-7C46-4557-A8EF-D9C07452E04F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36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F29B-8031-46B1-B8C6-0E15991220BD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995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6BC96-89B3-4A8F-8C3A-8FECB7F0AF50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434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F6BEE-F3E4-4F76-B56D-1C48BBD7AEA9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996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F79E3-AE5C-4717-978E-15FC3620ACEF}" type="datetime1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692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07B82B69-02FF-4A00-BF94-063310C8EF70}" type="datetime1">
              <a:rPr lang="en-US" smtClean="0"/>
              <a:t>2/18/2026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632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3C19-50BF-43F6-AD63-C05469BE5035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859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35F4A-7979-4619-A182-7748F9FBAA45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742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A0E10-3CDB-43FE-B1B5-7D3654751138}" type="datetime1">
              <a:rPr lang="en-US" smtClean="0"/>
              <a:t>2/18/2026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195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FEA4-C6CA-4262-94C7-989766AA3A47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331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A5F7-BE7B-4360-B821-FCDB8E9197AC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05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D492-0F60-495A-BAAC-3C877C1D64A2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814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2FED-C97B-4E3C-B05B-1278829CCA0F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489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F91E7-DD27-45EE-9FAC-A58839C2E3FB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7124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943-D34E-498D-BB5B-1BC0D01A4C3C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190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88AC7-A362-47DE-B037-3A7E785BA73D}" type="datetime1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229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1E09BAED-B7FC-4220-8037-60663F890984}" type="datetime1">
              <a:rPr lang="en-US" smtClean="0"/>
              <a:t>2/18/2026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227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0B96-D43B-410F-A514-3967CACDF6C4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627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DFB46-027F-4778-8182-714012A6E051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966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D05A-9631-4BEE-9AA4-5575ADA850E9}" type="datetime1">
              <a:rPr lang="en-US" smtClean="0"/>
              <a:t>2/18/2026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973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3647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2014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81592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3917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44627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0622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8513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31062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1809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8691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32393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311700" y="7965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79684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4197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312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5160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76811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75366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10864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91372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18359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71726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8161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0137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311700" y="7965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8738921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8437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82356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2709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73660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93657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39128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71904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64050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75211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96875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71372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311700" y="7965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1296150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4327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6509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132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1991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591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943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5416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2326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6762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5425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798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0FD2F-556E-43A6-BD1A-AE05D71D5ACE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534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A2D96-DD5E-4EE6-BA39-19B5C56AF1F2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1992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D4BC3-0B93-4E0B-AE53-3E432262C0E4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782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EA080-6A29-4A4D-90B1-4C73660CABD5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7366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1D62-0785-460A-9888-5F5908AD45F7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7772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F5A6-4790-4338-AC59-416730A16F3C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3437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331C8-E8D8-438B-B699-9ACE625F3A09}" type="datetime1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2296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610C12D3-F429-42CB-9467-4C3AFEEA173C}" type="datetime1">
              <a:rPr lang="en-US" smtClean="0"/>
              <a:t>2/18/2026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621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F426E-E29E-4D2E-B32D-412D98F7FC2F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213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15864-78C5-4237-8A12-0D1FD4E5F0B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929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BBA17-EAD5-43A8-9481-F99B1E8564DB}" type="datetime1">
              <a:rPr lang="en-US" smtClean="0"/>
              <a:t>2/18/2026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747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0FEA4-C6CA-4262-94C7-989766AA3A47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5633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5A5F7-BE7B-4360-B821-FCDB8E9197AC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7433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5D492-0F60-495A-BAAC-3C877C1D64A2}" type="datetime1">
              <a:rPr lang="en-US" smtClean="0"/>
              <a:t>2/18/2026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55118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22FED-C97B-4E3C-B05B-1278829CCA0F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745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F91E7-DD27-45EE-9FAC-A58839C2E3FB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2910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943-D34E-498D-BB5B-1BC0D01A4C3C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8990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88AC7-A362-47DE-B037-3A7E785BA73D}" type="datetime1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0334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1E09BAED-B7FC-4220-8037-60663F890984}" type="datetime1">
              <a:rPr lang="en-US" smtClean="0"/>
              <a:t>2/18/2026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727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C0B96-D43B-410F-A514-3967CACDF6C4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3773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DFB46-027F-4778-8182-714012A6E051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3756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FD05A-9631-4BEE-9AA4-5575ADA850E9}" type="datetime1">
              <a:rPr lang="en-US" smtClean="0"/>
              <a:t>2/18/2026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0810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48031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056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578306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43452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33677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72796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0981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67217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70597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69344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00636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311700" y="7965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3104805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2" y="3085764"/>
            <a:ext cx="8474199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1020432"/>
            <a:ext cx="8245162" cy="1475013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6" y="2495446"/>
            <a:ext cx="8245160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8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61202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18872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2340865"/>
            <a:ext cx="8272211" cy="3634487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81991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6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1"/>
            <a:ext cx="8272211" cy="214746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8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89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874102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4" y="2228004"/>
            <a:ext cx="3896076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2228004"/>
            <a:ext cx="389607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28047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250891"/>
            <a:ext cx="3896077" cy="557784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4"/>
            <a:ext cx="3896074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29" y="2250892"/>
            <a:ext cx="3896078" cy="553373"/>
          </a:xfrm>
        </p:spPr>
        <p:txBody>
          <a:bodyPr anchor="ctr">
            <a:noAutofit/>
          </a:bodyPr>
          <a:lstStyle>
            <a:lvl1pPr marL="0" marR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marL="0" marR="0" lvl="0" indent="0" algn="l" defTabSz="34289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9" y="2926054"/>
            <a:ext cx="3896078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51535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729659"/>
            <a:ext cx="8272212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506391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52632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601201"/>
            <a:ext cx="2762042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3" y="933451"/>
            <a:ext cx="2273889" cy="172241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7" y="1179829"/>
            <a:ext cx="4988243" cy="4658216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3" y="2836655"/>
            <a:ext cx="2273889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897" indent="0">
              <a:buNone/>
              <a:defRPr sz="826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6456916"/>
            <a:ext cx="21335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6452591"/>
            <a:ext cx="518790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6"/>
            <a:ext cx="78938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124330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9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4" y="641352"/>
            <a:ext cx="8468144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7" indent="0">
              <a:buNone/>
              <a:defRPr sz="1200"/>
            </a:lvl2pPr>
            <a:lvl3pPr marL="685793" indent="0">
              <a:buNone/>
              <a:defRPr sz="1200"/>
            </a:lvl3pPr>
            <a:lvl4pPr marL="1028690" indent="0">
              <a:buNone/>
              <a:defRPr sz="1200"/>
            </a:lvl4pPr>
            <a:lvl5pPr marL="1371586" indent="0">
              <a:buNone/>
              <a:defRPr sz="1200"/>
            </a:lvl5pPr>
            <a:lvl6pPr marL="1714483" indent="0">
              <a:buNone/>
              <a:defRPr sz="1200"/>
            </a:lvl6pPr>
            <a:lvl7pPr marL="2057379" indent="0">
              <a:buNone/>
              <a:defRPr sz="1200"/>
            </a:lvl7pPr>
            <a:lvl8pPr marL="2400276" indent="0">
              <a:buNone/>
              <a:defRPr sz="1200"/>
            </a:lvl8pPr>
            <a:lvl9pPr marL="2743173" indent="0">
              <a:buNone/>
              <a:defRPr sz="12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2" cy="99814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7" indent="0">
              <a:buNone/>
              <a:defRPr sz="900"/>
            </a:lvl2pPr>
            <a:lvl3pPr marL="685793" indent="0">
              <a:buNone/>
              <a:defRPr sz="750"/>
            </a:lvl3pPr>
            <a:lvl4pPr marL="1028690" indent="0">
              <a:buNone/>
              <a:defRPr sz="676"/>
            </a:lvl4pPr>
            <a:lvl5pPr marL="1371586" indent="0">
              <a:buNone/>
              <a:defRPr sz="676"/>
            </a:lvl5pPr>
            <a:lvl6pPr marL="1714483" indent="0">
              <a:buNone/>
              <a:defRPr sz="676"/>
            </a:lvl6pPr>
            <a:lvl7pPr marL="2057379" indent="0">
              <a:buNone/>
              <a:defRPr sz="676"/>
            </a:lvl7pPr>
            <a:lvl8pPr marL="2400276" indent="0">
              <a:buNone/>
              <a:defRPr sz="676"/>
            </a:lvl8pPr>
            <a:lvl9pPr marL="2743173" indent="0">
              <a:buNone/>
              <a:defRPr sz="676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48651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97828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6"/>
            <a:ext cx="2765487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1" y="863601"/>
            <a:ext cx="234315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863601"/>
            <a:ext cx="5371219" cy="4807327"/>
          </a:xfrm>
        </p:spPr>
        <p:txBody>
          <a:bodyPr vert="eaVert" anchor="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765830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311700" y="7965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altLang="zh-CN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901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3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0.xml"/><Relationship Id="rId10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1648791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8F82ABC-BB26-4212-BE76-C6A697540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2141791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1ED8BDC-014F-440E-B651-A3D5A758B980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162174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234BEC2-5A9D-42E1-9C16-1E9F257755B7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45980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814498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hf sldNum="0"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4460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hf sldNum="0"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4091887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hf sldNum="0"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2698268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E7733A4-5D18-4D09-8F94-45F71EE3C7C2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201722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</p:sldLayoutIdLst>
  <p:hf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234BEC2-5A9D-42E1-9C16-1E9F257755B7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328300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hf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381786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</p:sldLayoutIdLst>
  <p:hf sldNum="0"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5" y="705124"/>
            <a:ext cx="8272212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2336003"/>
            <a:ext cx="8272212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6423915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6423915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6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6423915"/>
            <a:ext cx="7893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0" name="Rectangle 9"/>
          <p:cNvSpPr/>
          <p:nvPr/>
        </p:nvSpPr>
        <p:spPr>
          <a:xfrm>
            <a:off x="6031611" y="453643"/>
            <a:ext cx="277749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88816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</p:sldLayoutIdLst>
  <p:hf sldNum="0" hdr="0" ftr="0" dt="0"/>
  <p:txStyles>
    <p:titleStyle>
      <a:lvl1pPr algn="l" defTabSz="342897" rtl="0" eaLnBrk="1" latinLnBrk="0" hangingPunct="1">
        <a:lnSpc>
          <a:spcPct val="100000"/>
        </a:lnSpc>
        <a:spcBef>
          <a:spcPct val="0"/>
        </a:spcBef>
        <a:buNone/>
        <a:defRPr sz="21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8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72495" indent="-229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74993" indent="-202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31491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01488" indent="-175498" algn="l" defTabSz="342897" rtl="0" eaLnBrk="1" latinLnBrk="0" hangingPunct="1">
        <a:lnSpc>
          <a:spcPct val="100000"/>
        </a:lnSpc>
        <a:spcBef>
          <a:spcPct val="20000"/>
        </a:spcBef>
        <a:spcAft>
          <a:spcPts val="45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24986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84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81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79" indent="-171448" algn="l" defTabSz="342897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34289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dirty="0">
                <a:latin typeface="Times New Roman"/>
              </a:rPr>
              <a:t>Downloading LiDAR &amp; Exploring in ArcGIS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Times New Roman"/>
              </a:rPr>
              <a:t>Focus: Download → Metadata → Explore → 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632868"/>
          </a:xfrm>
        </p:spPr>
        <p:txBody>
          <a:bodyPr>
            <a:normAutofit/>
          </a:bodyPr>
          <a:lstStyle/>
          <a:p>
            <a:r>
              <a:rPr sz="3200" dirty="0">
                <a:latin typeface="Times New Roman"/>
              </a:rPr>
              <a:t>Learning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2823" y="1611756"/>
            <a:ext cx="7382225" cy="3634487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/>
              </a:rPr>
              <a:t>Download LiDAR from USGS LiDAR Explorer</a:t>
            </a:r>
          </a:p>
          <a:p>
            <a:r>
              <a:rPr sz="2400" dirty="0">
                <a:latin typeface="Times New Roman"/>
              </a:rPr>
              <a:t>Read and interpret LiDAR metadata</a:t>
            </a:r>
          </a:p>
          <a:p>
            <a:r>
              <a:rPr sz="2400" dirty="0">
                <a:latin typeface="Times New Roman"/>
              </a:rPr>
              <a:t>Load LiDAR into ArcGIS Pro</a:t>
            </a:r>
          </a:p>
          <a:p>
            <a:r>
              <a:rPr sz="2400" dirty="0">
                <a:latin typeface="Times New Roman"/>
              </a:rPr>
              <a:t>Explore LAS Dataset properties</a:t>
            </a:r>
          </a:p>
          <a:p>
            <a:r>
              <a:rPr sz="2400" dirty="0">
                <a:latin typeface="Times New Roman"/>
              </a:rPr>
              <a:t>Perform basic LiDAR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671" y="1037967"/>
            <a:ext cx="2290568" cy="4709131"/>
          </a:xfrm>
        </p:spPr>
        <p:txBody>
          <a:bodyPr anchor="ctr">
            <a:normAutofit/>
          </a:bodyPr>
          <a:lstStyle/>
          <a:p>
            <a:r>
              <a:rPr lang="en-US">
                <a:latin typeface="Times New Roman"/>
              </a:rPr>
              <a:t>USGS LiDAR Explorer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7D6F4-EC95-4EF1-A8AD-4B70386C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F792DF-9D0A-4DB6-9A9E-7312F5A7E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562356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96E177-B65F-5139-B6A8-CEBC5C8973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791860"/>
              </p:ext>
            </p:extLst>
          </p:nvPr>
        </p:nvGraphicFramePr>
        <p:xfrm>
          <a:off x="3448828" y="1207783"/>
          <a:ext cx="5259278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65115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</a:rPr>
              <a:t>Download Workflow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EF2C7E-FFEB-084D-93DB-95ED8C5DD0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2357792"/>
              </p:ext>
            </p:extLst>
          </p:nvPr>
        </p:nvGraphicFramePr>
        <p:xfrm>
          <a:off x="435768" y="2341563"/>
          <a:ext cx="8272463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702156"/>
            <a:ext cx="8272212" cy="457200"/>
          </a:xfrm>
        </p:spPr>
        <p:txBody>
          <a:bodyPr/>
          <a:lstStyle/>
          <a:p>
            <a:r>
              <a:rPr dirty="0"/>
              <a:t>LiDAR Data Categories (USGS/NPS)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0248" y="1837945"/>
            <a:ext cx="4337274" cy="3634487"/>
          </a:xfrm>
        </p:spPr>
        <p:txBody>
          <a:bodyPr/>
          <a:lstStyle/>
          <a:p>
            <a:r>
              <a:rPr dirty="0"/>
              <a:t>LiDAR Point Cloud LQ0 (≤ ~0.35 m NPS) – Highest resolution / quality</a:t>
            </a:r>
          </a:p>
          <a:p>
            <a:r>
              <a:rPr dirty="0"/>
              <a:t>LiDAR Point Cloud QL1 (~0.35 m NPS) – High-density, high accuracy</a:t>
            </a:r>
          </a:p>
          <a:p>
            <a:r>
              <a:rPr dirty="0"/>
              <a:t>LiDAR Point Cloud QL2 (~0.7 m NPS) – Moderate density</a:t>
            </a:r>
          </a:p>
          <a:p>
            <a:r>
              <a:rPr dirty="0"/>
              <a:t>LiDAR Point Cloud QL3 (~1.4 m NPS) – Lower density, regional coverage</a:t>
            </a:r>
          </a:p>
          <a:p>
            <a:r>
              <a:rPr dirty="0"/>
              <a:t>LiDAR Point Cloud Other – Non-standard specifications</a:t>
            </a:r>
          </a:p>
          <a:p>
            <a:r>
              <a:rPr dirty="0" err="1"/>
              <a:t>Topobathy</a:t>
            </a:r>
            <a:r>
              <a:rPr dirty="0"/>
              <a:t> AOI – Areas of interest for </a:t>
            </a:r>
            <a:r>
              <a:rPr dirty="0" err="1"/>
              <a:t>topobathymetric</a:t>
            </a:r>
            <a:r>
              <a:rPr dirty="0"/>
              <a:t> surveys</a:t>
            </a:r>
          </a:p>
          <a:p>
            <a:r>
              <a:rPr dirty="0" err="1"/>
              <a:t>Topobathymetric</a:t>
            </a:r>
            <a:r>
              <a:rPr dirty="0"/>
              <a:t> LiDAR Point Clouds – Combined land + shallow water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Note: NPS = Nominal Pulse Spacing (average distance between LiDAR points)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2B4B98-F9C2-2F12-74DA-3D459D1B0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50" y="1313568"/>
            <a:ext cx="2667190" cy="4820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597643"/>
            <a:ext cx="277749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361" y="1037967"/>
            <a:ext cx="2290568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EFF"/>
                </a:solidFill>
                <a:latin typeface="Times New Roman"/>
              </a:rPr>
              <a:t>Key LiDAR File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1201" y="1037968"/>
            <a:ext cx="5044424" cy="482083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/>
              </a:rPr>
              <a:t>LAS → Standard LiDAR format (uncompressed)</a:t>
            </a:r>
          </a:p>
          <a:p>
            <a:r>
              <a:rPr lang="en-US" sz="2800" dirty="0">
                <a:latin typeface="Times New Roman"/>
              </a:rPr>
              <a:t>• LAZ → Compressed LAS (smaller size)</a:t>
            </a:r>
          </a:p>
          <a:p>
            <a:r>
              <a:rPr lang="en-US" sz="2800" dirty="0">
                <a:latin typeface="Times New Roman"/>
              </a:rPr>
              <a:t>• Both supported in ArcGIS Pro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5231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</a:rPr>
              <a:t>Understanding LiDAR Metadata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105372-68FC-039F-3A10-59B85E843C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031603"/>
              </p:ext>
            </p:extLst>
          </p:nvPr>
        </p:nvGraphicFramePr>
        <p:xfrm>
          <a:off x="435768" y="2341563"/>
          <a:ext cx="8272463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64201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</a:rPr>
              <a:t>Why Metadata Matters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CA4700-6864-36D0-509A-2C7D9FBE6C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119088"/>
              </p:ext>
            </p:extLst>
          </p:nvPr>
        </p:nvGraphicFramePr>
        <p:xfrm>
          <a:off x="435768" y="2341563"/>
          <a:ext cx="8272463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2989FB-1024-49B7-BDF1-B3CE27D4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1073231"/>
            <a:ext cx="2414345" cy="471153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>
                    <a:lumMod val="85000"/>
                    <a:lumOff val="15000"/>
                  </a:schemeClr>
                </a:solidFill>
                <a:latin typeface="Times New Roman"/>
              </a:rPr>
              <a:t>Loading LiDAR into ArcGIS Pro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EE959E-BF10-4204-9556-D1707088D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D17B6A-CB37-4005-9681-A20AFCDC7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7BBDE9-DAED-40B0-A640-503C918D1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C7EA7B-802E-41F4-8926-C4475287A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5138" y="601200"/>
            <a:ext cx="5623962" cy="579959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6971" y="1073231"/>
            <a:ext cx="4906381" cy="471153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Times New Roman"/>
              </a:rPr>
              <a:t>Create new ArcGIS Pro project</a:t>
            </a:r>
          </a:p>
          <a:p>
            <a:r>
              <a:rPr lang="en-US" sz="2400" dirty="0">
                <a:solidFill>
                  <a:srgbClr val="FFFFFF"/>
                </a:solidFill>
                <a:latin typeface="Times New Roman"/>
              </a:rPr>
              <a:t>Add folder connection</a:t>
            </a:r>
          </a:p>
          <a:p>
            <a:r>
              <a:rPr lang="en-US" sz="2400" dirty="0">
                <a:solidFill>
                  <a:srgbClr val="FFFFFF"/>
                </a:solidFill>
                <a:latin typeface="Times New Roman"/>
              </a:rPr>
              <a:t>Use 'Create LAS Dataset' tool</a:t>
            </a:r>
          </a:p>
          <a:p>
            <a:r>
              <a:rPr lang="en-US" sz="2400" dirty="0">
                <a:solidFill>
                  <a:srgbClr val="FFFFFF"/>
                </a:solidFill>
                <a:latin typeface="Times New Roman"/>
              </a:rPr>
              <a:t>Input LAS/LAZ files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60543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</a:rPr>
              <a:t>Exploring LAS Properties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F9FCCD-50FD-BFA2-0901-2C4DA22828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2440442"/>
              </p:ext>
            </p:extLst>
          </p:nvPr>
        </p:nvGraphicFramePr>
        <p:xfrm>
          <a:off x="435768" y="2341563"/>
          <a:ext cx="8272463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5871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</a:rPr>
              <a:t>VISUALIZATION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0211AC-BA6A-869E-836D-0405FE290C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0985093"/>
              </p:ext>
            </p:extLst>
          </p:nvPr>
        </p:nvGraphicFramePr>
        <p:xfrm>
          <a:off x="435768" y="2341563"/>
          <a:ext cx="8272463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ABBCE0-E08C-4BBE-9FD2-E2B253D4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702156"/>
            <a:ext cx="8272212" cy="62372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</a:rPr>
              <a:t>Basic LiDAR Visualization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426BAC-43D6-468E-B6FF-167034D5C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57200"/>
            <a:ext cx="2777490" cy="94997"/>
          </a:xfrm>
          <a:prstGeom prst="rect">
            <a:avLst/>
          </a:prstGeom>
          <a:solidFill>
            <a:srgbClr val="60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02D80E-5995-4C54-8387-5893C2C8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083C8-1401-4950-AF56-E2FAFE42D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1110A0-A86B-DC31-16A4-E570B9808C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169040"/>
              </p:ext>
            </p:extLst>
          </p:nvPr>
        </p:nvGraphicFramePr>
        <p:xfrm>
          <a:off x="334900" y="1600899"/>
          <a:ext cx="8272463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B47BF-F3D0-4678-9B20-DA45E1BCA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3A092E-012F-5855-A260-DD1219633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4" y="1124999"/>
            <a:ext cx="3057111" cy="4608003"/>
          </a:xfrm>
        </p:spPr>
        <p:txBody>
          <a:bodyPr anchor="ctr">
            <a:normAutofit/>
          </a:bodyPr>
          <a:lstStyle/>
          <a:p>
            <a:r>
              <a:rPr lang="en-US" altLang="zh-CN" sz="3500" dirty="0">
                <a:solidFill>
                  <a:schemeClr val="accent1"/>
                </a:solidFill>
              </a:rPr>
              <a:t>Lidar in 3d</a:t>
            </a:r>
            <a:endParaRPr lang="zh-CN" altLang="en-US" sz="3500" dirty="0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334917-3673-4EF2-BA7C-CC83AEEEA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1754" y="457200"/>
            <a:ext cx="315468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89AE1-C0FC-4B66-9C0D-9EB92F40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8188" y="457200"/>
            <a:ext cx="493776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FECDF-9345-03BA-21AC-FDCDA857A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8189" y="750094"/>
            <a:ext cx="4607436" cy="2742915"/>
          </a:xfrm>
        </p:spPr>
        <p:txBody>
          <a:bodyPr>
            <a:no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LIDAR POINT IN SCENE MODE</a:t>
            </a:r>
          </a:p>
          <a:p>
            <a:pPr lvl="1"/>
            <a:r>
              <a:rPr lang="en-US" altLang="zh-C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Tab → New Map → New Local Scene</a:t>
            </a:r>
            <a:endParaRPr lang="en-US" altLang="zh-CN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C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Scene = best for city / project-scale LiDAR</a:t>
            </a:r>
            <a:endParaRPr lang="en-US" altLang="zh-C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Tab → Add Data → Browse → Select your .</a:t>
            </a:r>
            <a:r>
              <a:rPr lang="en-US" altLang="zh-CN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lasd</a:t>
            </a:r>
            <a:endParaRPr lang="en-US" altLang="zh-CN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points will appear in 3D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AA27C-1447-14C3-D86B-D0456CD89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956" y="3769344"/>
            <a:ext cx="5192224" cy="248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19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5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3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5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6.xml><?xml version="1.0" encoding="utf-8"?>
<a:theme xmlns:a="http://schemas.openxmlformats.org/drawingml/2006/main" name="4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7.xml><?xml version="1.0" encoding="utf-8"?>
<a:theme xmlns:a="http://schemas.openxmlformats.org/drawingml/2006/main" name="6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8.xml><?xml version="1.0" encoding="utf-8"?>
<a:theme xmlns:a="http://schemas.openxmlformats.org/drawingml/2006/main" name="7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9.xml><?xml version="1.0" encoding="utf-8"?>
<a:theme xmlns:a="http://schemas.openxmlformats.org/drawingml/2006/main" name="8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10.xml><?xml version="1.0" encoding="utf-8"?>
<a:theme xmlns:a="http://schemas.openxmlformats.org/drawingml/2006/main" name="9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11.xml><?xml version="1.0" encoding="utf-8"?>
<a:theme xmlns:a="http://schemas.openxmlformats.org/drawingml/2006/main" name="10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12.xml><?xml version="1.0" encoding="utf-8"?>
<a:theme xmlns:a="http://schemas.openxmlformats.org/drawingml/2006/main" name="1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Lecture06_GEOG2475_Classification_V2</Template>
  <TotalTime>75</TotalTime>
  <Words>397</Words>
  <Application>Microsoft Office PowerPoint</Application>
  <PresentationFormat>On-screen Show (4:3)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13</vt:i4>
      </vt:variant>
    </vt:vector>
  </HeadingPairs>
  <TitlesOfParts>
    <vt:vector size="30" baseType="lpstr">
      <vt:lpstr>Arial Black</vt:lpstr>
      <vt:lpstr>Calibri</vt:lpstr>
      <vt:lpstr>Gill Sans MT</vt:lpstr>
      <vt:lpstr>Times New Roman</vt:lpstr>
      <vt:lpstr>Wingdings 2</vt:lpstr>
      <vt:lpstr>5_DividendVTI</vt:lpstr>
      <vt:lpstr>3_DividendVTI</vt:lpstr>
      <vt:lpstr>2_DividendVTI</vt:lpstr>
      <vt:lpstr>DividendVTI</vt:lpstr>
      <vt:lpstr>1_DividendVTI</vt:lpstr>
      <vt:lpstr>4_DividendVTI</vt:lpstr>
      <vt:lpstr>6_DividendVTI</vt:lpstr>
      <vt:lpstr>7_DividendVTI</vt:lpstr>
      <vt:lpstr>8_DividendVTI</vt:lpstr>
      <vt:lpstr>9_DividendVTI</vt:lpstr>
      <vt:lpstr>10_DividendVTI</vt:lpstr>
      <vt:lpstr>11_DividendVTI</vt:lpstr>
      <vt:lpstr>Downloading LiDAR &amp; Exploring in ArcGIS Pro</vt:lpstr>
      <vt:lpstr>Learning Goals</vt:lpstr>
      <vt:lpstr>USGS LiDAR Explorer</vt:lpstr>
      <vt:lpstr>Download Workflow</vt:lpstr>
      <vt:lpstr>LiDAR Data Categories (USGS/NPS)</vt:lpstr>
      <vt:lpstr>Key LiDAR File Formats</vt:lpstr>
      <vt:lpstr>Understanding LiDAR Metadata</vt:lpstr>
      <vt:lpstr>Why Metadata Matters</vt:lpstr>
      <vt:lpstr>Loading LiDAR into ArcGIS Pro</vt:lpstr>
      <vt:lpstr>Exploring LAS Properties</vt:lpstr>
      <vt:lpstr>VISUALIZATION</vt:lpstr>
      <vt:lpstr>Basic LiDAR Visualization</vt:lpstr>
      <vt:lpstr>Lidar in 3d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Wu, Yanan</cp:lastModifiedBy>
  <cp:revision>5</cp:revision>
  <dcterms:created xsi:type="dcterms:W3CDTF">2013-01-27T09:14:16Z</dcterms:created>
  <dcterms:modified xsi:type="dcterms:W3CDTF">2026-02-18T22:25:06Z</dcterms:modified>
  <cp:category/>
</cp:coreProperties>
</file>