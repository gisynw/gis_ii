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heme/theme6.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72" r:id="rId2"/>
    <p:sldMasterId id="2147483684" r:id="rId3"/>
    <p:sldMasterId id="2147483697" r:id="rId4"/>
    <p:sldMasterId id="2147483709" r:id="rId5"/>
    <p:sldMasterId id="2147483721" r:id="rId6"/>
  </p:sldMasterIdLst>
  <p:sldIdLst>
    <p:sldId id="295" r:id="rId7"/>
    <p:sldId id="256" r:id="rId8"/>
    <p:sldId id="294" r:id="rId9"/>
    <p:sldId id="259" r:id="rId10"/>
    <p:sldId id="296" r:id="rId11"/>
    <p:sldId id="297" r:id="rId12"/>
    <p:sldId id="298" r:id="rId13"/>
    <p:sldId id="299" r:id="rId14"/>
    <p:sldId id="300" r:id="rId15"/>
    <p:sldId id="301" r:id="rId16"/>
    <p:sldId id="302" r:id="rId17"/>
    <p:sldId id="303" r:id="rId18"/>
    <p:sldId id="304" r:id="rId19"/>
    <p:sldId id="305" r:id="rId20"/>
    <p:sldId id="306" r:id="rId21"/>
    <p:sldId id="307" r:id="rId22"/>
    <p:sldId id="308" r:id="rId23"/>
    <p:sldId id="311" r:id="rId24"/>
    <p:sldId id="310" r:id="rId25"/>
    <p:sldId id="309" r:id="rId26"/>
    <p:sldId id="293" r:id="rId27"/>
    <p:sldId id="312"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912"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slideMaster" Target="slideMasters/slideMaster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2" y="3085764"/>
            <a:ext cx="8474199"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p:cNvSpPr>
            <a:spLocks noGrp="1"/>
          </p:cNvSpPr>
          <p:nvPr>
            <p:ph type="ctrTitle"/>
          </p:nvPr>
        </p:nvSpPr>
        <p:spPr>
          <a:xfrm>
            <a:off x="435893" y="1020432"/>
            <a:ext cx="8245162" cy="1475013"/>
          </a:xfrm>
          <a:effectLst/>
        </p:spPr>
        <p:txBody>
          <a:bodyPr anchor="b">
            <a:normAutofit/>
          </a:bodyPr>
          <a:lstStyle>
            <a:lvl1pPr>
              <a:defRPr sz="27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35896" y="2495446"/>
            <a:ext cx="8245160" cy="590321"/>
          </a:xfrm>
        </p:spPr>
        <p:txBody>
          <a:bodyPr anchor="t">
            <a:normAutofit/>
          </a:bodyPr>
          <a:lstStyle>
            <a:lvl1pPr marL="0" indent="0" algn="l">
              <a:buNone/>
              <a:defRPr sz="1200" cap="all">
                <a:solidFill>
                  <a:schemeClr val="accent1"/>
                </a:solidFill>
              </a:defRPr>
            </a:lvl1pPr>
            <a:lvl2pPr marL="342897" indent="0" algn="ctr">
              <a:buNone/>
              <a:defRPr>
                <a:solidFill>
                  <a:schemeClr val="tx1">
                    <a:tint val="75000"/>
                  </a:schemeClr>
                </a:solidFill>
              </a:defRPr>
            </a:lvl2pPr>
            <a:lvl3pPr marL="685793" indent="0" algn="ctr">
              <a:buNone/>
              <a:defRPr>
                <a:solidFill>
                  <a:schemeClr val="tx1">
                    <a:tint val="75000"/>
                  </a:schemeClr>
                </a:solidFill>
              </a:defRPr>
            </a:lvl3pPr>
            <a:lvl4pPr marL="1028690" indent="0" algn="ctr">
              <a:buNone/>
              <a:defRPr>
                <a:solidFill>
                  <a:schemeClr val="tx1">
                    <a:tint val="75000"/>
                  </a:schemeClr>
                </a:solidFill>
              </a:defRPr>
            </a:lvl4pPr>
            <a:lvl5pPr marL="1371586" indent="0" algn="ctr">
              <a:buNone/>
              <a:defRPr>
                <a:solidFill>
                  <a:schemeClr val="tx1">
                    <a:tint val="75000"/>
                  </a:schemeClr>
                </a:solidFill>
              </a:defRPr>
            </a:lvl5pPr>
            <a:lvl6pPr marL="1714483" indent="0" algn="ctr">
              <a:buNone/>
              <a:defRPr>
                <a:solidFill>
                  <a:schemeClr val="tx1">
                    <a:tint val="75000"/>
                  </a:schemeClr>
                </a:solidFill>
              </a:defRPr>
            </a:lvl6pPr>
            <a:lvl7pPr marL="2057379" indent="0" algn="ctr">
              <a:buNone/>
              <a:defRPr>
                <a:solidFill>
                  <a:schemeClr val="tx1">
                    <a:tint val="75000"/>
                  </a:schemeClr>
                </a:solidFill>
              </a:defRPr>
            </a:lvl7pPr>
            <a:lvl8pPr marL="2400276" indent="0" algn="ctr">
              <a:buNone/>
              <a:defRPr>
                <a:solidFill>
                  <a:schemeClr val="tx1">
                    <a:tint val="75000"/>
                  </a:schemeClr>
                </a:solidFill>
              </a:defRPr>
            </a:lvl8pPr>
            <a:lvl9pPr marL="2743173"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5BCAD085-E8A6-8845-BD4E-CB4CCA059FC4}" type="datetimeFigureOut">
              <a:rPr lang="en-US" smtClean="0"/>
              <a:t>2/9/2026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5245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02156"/>
            <a:ext cx="8272212"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2340865"/>
            <a:ext cx="8272211" cy="3634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5BCAD085-E8A6-8845-BD4E-CB4CCA059FC4}" type="datetimeFigureOut">
              <a:rPr lang="en-US" smtClean="0"/>
              <a:t>2/9/2026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36378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5141975"/>
            <a:ext cx="8468146"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6" y="2393951"/>
            <a:ext cx="8272211" cy="2147467"/>
          </a:xfrm>
        </p:spPr>
        <p:txBody>
          <a:bodyPr anchor="b">
            <a:normAutofit/>
          </a:bodyPr>
          <a:lstStyle>
            <a:lvl1pPr algn="l">
              <a:defRPr sz="27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4541418"/>
            <a:ext cx="8272211" cy="600556"/>
          </a:xfrm>
        </p:spPr>
        <p:txBody>
          <a:bodyPr anchor="t">
            <a:normAutofit/>
          </a:bodyPr>
          <a:lstStyle>
            <a:lvl1pPr marL="0" indent="0" algn="l">
              <a:buNone/>
              <a:defRPr sz="1350" cap="all">
                <a:solidFill>
                  <a:schemeClr val="accent1"/>
                </a:solidFill>
              </a:defRPr>
            </a:lvl1pPr>
            <a:lvl2pPr marL="342897" indent="0">
              <a:buNone/>
              <a:defRPr sz="1350">
                <a:solidFill>
                  <a:schemeClr val="tx1">
                    <a:tint val="75000"/>
                  </a:schemeClr>
                </a:solidFill>
              </a:defRPr>
            </a:lvl2pPr>
            <a:lvl3pPr marL="685793" indent="0">
              <a:buNone/>
              <a:defRPr sz="1200">
                <a:solidFill>
                  <a:schemeClr val="tx1">
                    <a:tint val="75000"/>
                  </a:schemeClr>
                </a:solidFill>
              </a:defRPr>
            </a:lvl3pPr>
            <a:lvl4pPr marL="1028690" indent="0">
              <a:buNone/>
              <a:defRPr sz="1050">
                <a:solidFill>
                  <a:schemeClr val="tx1">
                    <a:tint val="75000"/>
                  </a:schemeClr>
                </a:solidFill>
              </a:defRPr>
            </a:lvl4pPr>
            <a:lvl5pPr marL="1371586" indent="0">
              <a:buNone/>
              <a:defRPr sz="1050">
                <a:solidFill>
                  <a:schemeClr val="tx1">
                    <a:tint val="75000"/>
                  </a:schemeClr>
                </a:solidFill>
              </a:defRPr>
            </a:lvl5pPr>
            <a:lvl6pPr marL="1714483" indent="0">
              <a:buNone/>
              <a:defRPr sz="1050">
                <a:solidFill>
                  <a:schemeClr val="tx1">
                    <a:tint val="75000"/>
                  </a:schemeClr>
                </a:solidFill>
              </a:defRPr>
            </a:lvl6pPr>
            <a:lvl7pPr marL="2057379" indent="0">
              <a:buNone/>
              <a:defRPr sz="1050">
                <a:solidFill>
                  <a:schemeClr val="tx1">
                    <a:tint val="75000"/>
                  </a:schemeClr>
                </a:solidFill>
              </a:defRPr>
            </a:lvl7pPr>
            <a:lvl8pPr marL="2400276" indent="0">
              <a:buNone/>
              <a:defRPr sz="1050">
                <a:solidFill>
                  <a:schemeClr val="tx1">
                    <a:tint val="75000"/>
                  </a:schemeClr>
                </a:solidFill>
              </a:defRPr>
            </a:lvl8pPr>
            <a:lvl9pPr marL="2743173" indent="0">
              <a:buNone/>
              <a:defRPr sz="105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5BCAD085-E8A6-8845-BD4E-CB4CCA059FC4}" type="datetimeFigureOut">
              <a:rPr lang="en-US" smtClean="0"/>
              <a:t>2/9/2026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461605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29659"/>
            <a:ext cx="8272212"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4" y="2228004"/>
            <a:ext cx="3896076"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2030" y="2228004"/>
            <a:ext cx="389607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124857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435895" y="729659"/>
            <a:ext cx="8272212"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35894" y="2250891"/>
            <a:ext cx="3896077" cy="557784"/>
          </a:xfrm>
        </p:spPr>
        <p:txBody>
          <a:bodyPr anchor="ctr">
            <a:noAutofit/>
          </a:bodyPr>
          <a:lstStyle>
            <a:lvl1pPr marL="0" indent="0">
              <a:buNone/>
              <a:defRPr sz="1500" b="0">
                <a:solidFill>
                  <a:schemeClr val="tx1">
                    <a:lumMod val="75000"/>
                    <a:lumOff val="25000"/>
                  </a:schemeClr>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6" y="2926054"/>
            <a:ext cx="3896074"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12029" y="2250892"/>
            <a:ext cx="3896078" cy="553373"/>
          </a:xfrm>
        </p:spPr>
        <p:txBody>
          <a:bodyPr anchor="ctr">
            <a:noAutofit/>
          </a:bodyPr>
          <a:lstStyle>
            <a:lvl1pPr marL="0" marR="0" indent="0" algn="l" defTabSz="342897"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sz="1500" b="0">
                <a:solidFill>
                  <a:schemeClr val="tx1">
                    <a:lumMod val="75000"/>
                    <a:lumOff val="25000"/>
                  </a:schemeClr>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marL="0" marR="0" lvl="0" indent="0" algn="l" defTabSz="342897"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812029" y="2926054"/>
            <a:ext cx="3896078"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32776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31921" y="729659"/>
            <a:ext cx="8272212"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40383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69610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601201"/>
            <a:ext cx="2762042"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75893" y="933451"/>
            <a:ext cx="2273889" cy="1722419"/>
          </a:xfrm>
        </p:spPr>
        <p:txBody>
          <a:bodyPr anchor="b">
            <a:normAutofit/>
          </a:bodyPr>
          <a:lstStyle>
            <a:lvl1pPr algn="l">
              <a:defRPr sz="18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75697" y="1179829"/>
            <a:ext cx="4988243" cy="4658216"/>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5893" y="2836655"/>
            <a:ext cx="2273889" cy="3001392"/>
          </a:xfrm>
        </p:spPr>
        <p:txBody>
          <a:bodyPr anchor="t">
            <a:normAutofit/>
          </a:bodyPr>
          <a:lstStyle>
            <a:lvl1pPr marL="0" indent="0" algn="l">
              <a:buNone/>
              <a:defRPr sz="1200">
                <a:solidFill>
                  <a:srgbClr val="FFFFFF"/>
                </a:solidFill>
              </a:defRPr>
            </a:lvl1pPr>
            <a:lvl2pPr marL="342897" indent="0">
              <a:buNone/>
              <a:defRPr sz="826"/>
            </a:lvl2pPr>
            <a:lvl3pPr marL="685793" indent="0">
              <a:buNone/>
              <a:defRPr sz="750"/>
            </a:lvl3pPr>
            <a:lvl4pPr marL="1028690" indent="0">
              <a:buNone/>
              <a:defRPr sz="676"/>
            </a:lvl4pPr>
            <a:lvl5pPr marL="1371586" indent="0">
              <a:buNone/>
              <a:defRPr sz="676"/>
            </a:lvl5pPr>
            <a:lvl6pPr marL="1714483" indent="0">
              <a:buNone/>
              <a:defRPr sz="676"/>
            </a:lvl6pPr>
            <a:lvl7pPr marL="2057379" indent="0">
              <a:buNone/>
              <a:defRPr sz="676"/>
            </a:lvl7pPr>
            <a:lvl8pPr marL="2400276" indent="0">
              <a:buNone/>
              <a:defRPr sz="676"/>
            </a:lvl8pPr>
            <a:lvl9pPr marL="2743173" indent="0">
              <a:buNone/>
              <a:defRPr sz="676"/>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704464" y="6456916"/>
            <a:ext cx="2133599" cy="365125"/>
          </a:xfrm>
        </p:spPr>
        <p:txBody>
          <a:bodyPr/>
          <a:lstStyle/>
          <a:p>
            <a:fld id="{5BCAD085-E8A6-8845-BD4E-CB4CCA059FC4}" type="datetimeFigureOut">
              <a:rPr lang="en-US" smtClean="0"/>
              <a:t>2/9/2026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435894" y="6452591"/>
            <a:ext cx="5187908" cy="365125"/>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918726" y="6456916"/>
            <a:ext cx="789382"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87320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4693389"/>
            <a:ext cx="8272212" cy="566739"/>
          </a:xfrm>
        </p:spPr>
        <p:txBody>
          <a:bodyPr anchor="b">
            <a:normAutofit/>
          </a:bodyPr>
          <a:lstStyle>
            <a:lvl1pPr algn="l">
              <a:defRPr sz="18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4" y="641352"/>
            <a:ext cx="8468144" cy="3651249"/>
          </a:xfrm>
        </p:spPr>
        <p:txBody>
          <a:bodyPr anchor="t">
            <a:normAutofit/>
          </a:bodyPr>
          <a:lstStyle>
            <a:lvl1pPr marL="0" indent="0" algn="ctr">
              <a:buNone/>
              <a:defRPr sz="1200"/>
            </a:lvl1pPr>
            <a:lvl2pPr marL="342897" indent="0">
              <a:buNone/>
              <a:defRPr sz="1200"/>
            </a:lvl2pPr>
            <a:lvl3pPr marL="685793" indent="0">
              <a:buNone/>
              <a:defRPr sz="1200"/>
            </a:lvl3pPr>
            <a:lvl4pPr marL="1028690" indent="0">
              <a:buNone/>
              <a:defRPr sz="1200"/>
            </a:lvl4pPr>
            <a:lvl5pPr marL="1371586" indent="0">
              <a:buNone/>
              <a:defRPr sz="1200"/>
            </a:lvl5pPr>
            <a:lvl6pPr marL="1714483" indent="0">
              <a:buNone/>
              <a:defRPr sz="1200"/>
            </a:lvl6pPr>
            <a:lvl7pPr marL="2057379" indent="0">
              <a:buNone/>
              <a:defRPr sz="1200"/>
            </a:lvl7pPr>
            <a:lvl8pPr marL="2400276" indent="0">
              <a:buNone/>
              <a:defRPr sz="1200"/>
            </a:lvl8pPr>
            <a:lvl9pPr marL="2743173"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5" y="5260127"/>
            <a:ext cx="8272212" cy="998148"/>
          </a:xfrm>
        </p:spPr>
        <p:txBody>
          <a:bodyPr anchor="t">
            <a:normAutofit/>
          </a:bodyPr>
          <a:lstStyle>
            <a:lvl1pPr marL="0" indent="0">
              <a:buNone/>
              <a:defRPr sz="1200"/>
            </a:lvl1pPr>
            <a:lvl2pPr marL="342897" indent="0">
              <a:buNone/>
              <a:defRPr sz="900"/>
            </a:lvl2pPr>
            <a:lvl3pPr marL="685793" indent="0">
              <a:buNone/>
              <a:defRPr sz="750"/>
            </a:lvl3pPr>
            <a:lvl4pPr marL="1028690" indent="0">
              <a:buNone/>
              <a:defRPr sz="676"/>
            </a:lvl4pPr>
            <a:lvl5pPr marL="1371586" indent="0">
              <a:buNone/>
              <a:defRPr sz="676"/>
            </a:lvl5pPr>
            <a:lvl6pPr marL="1714483" indent="0">
              <a:buNone/>
              <a:defRPr sz="676"/>
            </a:lvl6pPr>
            <a:lvl7pPr marL="2057379" indent="0">
              <a:buNone/>
              <a:defRPr sz="676"/>
            </a:lvl7pPr>
            <a:lvl8pPr marL="2400276" indent="0">
              <a:buNone/>
              <a:defRPr sz="676"/>
            </a:lvl8pPr>
            <a:lvl9pPr marL="2743173" indent="0">
              <a:buNone/>
              <a:defRPr sz="676"/>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37776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435895" y="702156"/>
            <a:ext cx="8272212"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559492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043613" y="599726"/>
            <a:ext cx="2765487" cy="58169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53151" y="863601"/>
            <a:ext cx="2343150" cy="4807327"/>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81193" y="863601"/>
            <a:ext cx="5371219" cy="4807327"/>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34901" y="457200"/>
            <a:ext cx="277749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6031611" y="453643"/>
            <a:ext cx="2777490" cy="9855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5BCAD085-E8A6-8845-BD4E-CB4CCA059FC4}" type="datetimeFigureOut">
              <a:rPr lang="en-US" smtClean="0"/>
              <a:t>2/9/2026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278222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2" y="3085764"/>
            <a:ext cx="8474199"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435893" y="1020432"/>
            <a:ext cx="8245162" cy="1475013"/>
          </a:xfrm>
          <a:effectLst/>
        </p:spPr>
        <p:txBody>
          <a:bodyPr anchor="b">
            <a:normAutofit/>
          </a:bodyPr>
          <a:lstStyle>
            <a:lvl1pPr>
              <a:defRPr sz="27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35896" y="2495446"/>
            <a:ext cx="8245160" cy="590321"/>
          </a:xfrm>
        </p:spPr>
        <p:txBody>
          <a:bodyPr anchor="t">
            <a:normAutofit/>
          </a:bodyPr>
          <a:lstStyle>
            <a:lvl1pPr marL="0" indent="0" algn="l">
              <a:buNone/>
              <a:defRPr sz="1200" cap="all">
                <a:solidFill>
                  <a:schemeClr val="accent1"/>
                </a:solidFill>
              </a:defRPr>
            </a:lvl1pPr>
            <a:lvl2pPr marL="342897" indent="0" algn="ctr">
              <a:buNone/>
              <a:defRPr>
                <a:solidFill>
                  <a:schemeClr val="tx1">
                    <a:tint val="75000"/>
                  </a:schemeClr>
                </a:solidFill>
              </a:defRPr>
            </a:lvl2pPr>
            <a:lvl3pPr marL="685793" indent="0" algn="ctr">
              <a:buNone/>
              <a:defRPr>
                <a:solidFill>
                  <a:schemeClr val="tx1">
                    <a:tint val="75000"/>
                  </a:schemeClr>
                </a:solidFill>
              </a:defRPr>
            </a:lvl3pPr>
            <a:lvl4pPr marL="1028690" indent="0" algn="ctr">
              <a:buNone/>
              <a:defRPr>
                <a:solidFill>
                  <a:schemeClr val="tx1">
                    <a:tint val="75000"/>
                  </a:schemeClr>
                </a:solidFill>
              </a:defRPr>
            </a:lvl4pPr>
            <a:lvl5pPr marL="1371586" indent="0" algn="ctr">
              <a:buNone/>
              <a:defRPr>
                <a:solidFill>
                  <a:schemeClr val="tx1">
                    <a:tint val="75000"/>
                  </a:schemeClr>
                </a:solidFill>
              </a:defRPr>
            </a:lvl5pPr>
            <a:lvl6pPr marL="1714483" indent="0" algn="ctr">
              <a:buNone/>
              <a:defRPr>
                <a:solidFill>
                  <a:schemeClr val="tx1">
                    <a:tint val="75000"/>
                  </a:schemeClr>
                </a:solidFill>
              </a:defRPr>
            </a:lvl6pPr>
            <a:lvl7pPr marL="2057379" indent="0" algn="ctr">
              <a:buNone/>
              <a:defRPr>
                <a:solidFill>
                  <a:schemeClr val="tx1">
                    <a:tint val="75000"/>
                  </a:schemeClr>
                </a:solidFill>
              </a:defRPr>
            </a:lvl7pPr>
            <a:lvl8pPr marL="2400276" indent="0" algn="ctr">
              <a:buNone/>
              <a:defRPr>
                <a:solidFill>
                  <a:schemeClr val="tx1">
                    <a:tint val="75000"/>
                  </a:schemeClr>
                </a:solidFill>
              </a:defRPr>
            </a:lvl8pPr>
            <a:lvl9pPr marL="2743173"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2/9/2026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9930974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02156"/>
            <a:ext cx="8272212"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2340865"/>
            <a:ext cx="8272211" cy="3634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2/9/2026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8271391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5141975"/>
            <a:ext cx="8468146"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6" y="2393951"/>
            <a:ext cx="8272211" cy="2147467"/>
          </a:xfrm>
        </p:spPr>
        <p:txBody>
          <a:bodyPr anchor="b">
            <a:normAutofit/>
          </a:bodyPr>
          <a:lstStyle>
            <a:lvl1pPr algn="l">
              <a:defRPr sz="27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4541418"/>
            <a:ext cx="8272211" cy="600556"/>
          </a:xfrm>
        </p:spPr>
        <p:txBody>
          <a:bodyPr anchor="t">
            <a:normAutofit/>
          </a:bodyPr>
          <a:lstStyle>
            <a:lvl1pPr marL="0" indent="0" algn="l">
              <a:buNone/>
              <a:defRPr sz="1350" cap="all">
                <a:solidFill>
                  <a:schemeClr val="accent1"/>
                </a:solidFill>
              </a:defRPr>
            </a:lvl1pPr>
            <a:lvl2pPr marL="342897" indent="0">
              <a:buNone/>
              <a:defRPr sz="1350">
                <a:solidFill>
                  <a:schemeClr val="tx1">
                    <a:tint val="75000"/>
                  </a:schemeClr>
                </a:solidFill>
              </a:defRPr>
            </a:lvl2pPr>
            <a:lvl3pPr marL="685793" indent="0">
              <a:buNone/>
              <a:defRPr sz="1200">
                <a:solidFill>
                  <a:schemeClr val="tx1">
                    <a:tint val="75000"/>
                  </a:schemeClr>
                </a:solidFill>
              </a:defRPr>
            </a:lvl3pPr>
            <a:lvl4pPr marL="1028690" indent="0">
              <a:buNone/>
              <a:defRPr sz="1050">
                <a:solidFill>
                  <a:schemeClr val="tx1">
                    <a:tint val="75000"/>
                  </a:schemeClr>
                </a:solidFill>
              </a:defRPr>
            </a:lvl4pPr>
            <a:lvl5pPr marL="1371586" indent="0">
              <a:buNone/>
              <a:defRPr sz="1050">
                <a:solidFill>
                  <a:schemeClr val="tx1">
                    <a:tint val="75000"/>
                  </a:schemeClr>
                </a:solidFill>
              </a:defRPr>
            </a:lvl5pPr>
            <a:lvl6pPr marL="1714483" indent="0">
              <a:buNone/>
              <a:defRPr sz="1050">
                <a:solidFill>
                  <a:schemeClr val="tx1">
                    <a:tint val="75000"/>
                  </a:schemeClr>
                </a:solidFill>
              </a:defRPr>
            </a:lvl6pPr>
            <a:lvl7pPr marL="2057379" indent="0">
              <a:buNone/>
              <a:defRPr sz="1050">
                <a:solidFill>
                  <a:schemeClr val="tx1">
                    <a:tint val="75000"/>
                  </a:schemeClr>
                </a:solidFill>
              </a:defRPr>
            </a:lvl7pPr>
            <a:lvl8pPr marL="2400276" indent="0">
              <a:buNone/>
              <a:defRPr sz="1050">
                <a:solidFill>
                  <a:schemeClr val="tx1">
                    <a:tint val="75000"/>
                  </a:schemeClr>
                </a:solidFill>
              </a:defRPr>
            </a:lvl8pPr>
            <a:lvl9pPr marL="2743173" indent="0">
              <a:buNone/>
              <a:defRPr sz="105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2/9/2026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2347324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29659"/>
            <a:ext cx="8272212"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4" y="2228004"/>
            <a:ext cx="3896076"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2030" y="2228004"/>
            <a:ext cx="389607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19579329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435895" y="729659"/>
            <a:ext cx="8272212"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35894" y="2250891"/>
            <a:ext cx="3896077" cy="557784"/>
          </a:xfrm>
        </p:spPr>
        <p:txBody>
          <a:bodyPr anchor="ctr">
            <a:noAutofit/>
          </a:bodyPr>
          <a:lstStyle>
            <a:lvl1pPr marL="0" indent="0">
              <a:buNone/>
              <a:defRPr sz="1500" b="0">
                <a:solidFill>
                  <a:schemeClr val="tx1">
                    <a:lumMod val="75000"/>
                    <a:lumOff val="25000"/>
                  </a:schemeClr>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6" y="2926054"/>
            <a:ext cx="3896074"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12029" y="2250892"/>
            <a:ext cx="3896078" cy="553373"/>
          </a:xfrm>
        </p:spPr>
        <p:txBody>
          <a:bodyPr anchor="ctr">
            <a:noAutofit/>
          </a:bodyPr>
          <a:lstStyle>
            <a:lvl1pPr marL="0" marR="0" indent="0" algn="l" defTabSz="342897"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sz="1500" b="0">
                <a:solidFill>
                  <a:schemeClr val="tx1">
                    <a:lumMod val="75000"/>
                    <a:lumOff val="25000"/>
                  </a:schemeClr>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marL="0" marR="0" lvl="0" indent="0" algn="l" defTabSz="342897"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812029" y="2926054"/>
            <a:ext cx="3896078"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5889001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31921" y="729659"/>
            <a:ext cx="8272212"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2858459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34210385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601201"/>
            <a:ext cx="2762042"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75893" y="933451"/>
            <a:ext cx="2273889" cy="1722419"/>
          </a:xfrm>
        </p:spPr>
        <p:txBody>
          <a:bodyPr anchor="b">
            <a:normAutofit/>
          </a:bodyPr>
          <a:lstStyle>
            <a:lvl1pPr algn="l">
              <a:defRPr sz="18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75697" y="1179829"/>
            <a:ext cx="4988243" cy="4658216"/>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5893" y="2836655"/>
            <a:ext cx="2273889" cy="3001392"/>
          </a:xfrm>
        </p:spPr>
        <p:txBody>
          <a:bodyPr anchor="t">
            <a:normAutofit/>
          </a:bodyPr>
          <a:lstStyle>
            <a:lvl1pPr marL="0" indent="0" algn="l">
              <a:buNone/>
              <a:defRPr sz="1200">
                <a:solidFill>
                  <a:srgbClr val="FFFFFF"/>
                </a:solidFill>
              </a:defRPr>
            </a:lvl1pPr>
            <a:lvl2pPr marL="342897" indent="0">
              <a:buNone/>
              <a:defRPr sz="826"/>
            </a:lvl2pPr>
            <a:lvl3pPr marL="685793" indent="0">
              <a:buNone/>
              <a:defRPr sz="750"/>
            </a:lvl3pPr>
            <a:lvl4pPr marL="1028690" indent="0">
              <a:buNone/>
              <a:defRPr sz="676"/>
            </a:lvl4pPr>
            <a:lvl5pPr marL="1371586" indent="0">
              <a:buNone/>
              <a:defRPr sz="676"/>
            </a:lvl5pPr>
            <a:lvl6pPr marL="1714483" indent="0">
              <a:buNone/>
              <a:defRPr sz="676"/>
            </a:lvl6pPr>
            <a:lvl7pPr marL="2057379" indent="0">
              <a:buNone/>
              <a:defRPr sz="676"/>
            </a:lvl7pPr>
            <a:lvl8pPr marL="2400276" indent="0">
              <a:buNone/>
              <a:defRPr sz="676"/>
            </a:lvl8pPr>
            <a:lvl9pPr marL="2743173" indent="0">
              <a:buNone/>
              <a:defRPr sz="676"/>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704464" y="6456916"/>
            <a:ext cx="2133599" cy="365125"/>
          </a:xfrm>
        </p:spPr>
        <p:txBody>
          <a:bodyPr/>
          <a:lstStyle/>
          <a:p>
            <a:fld id="{1E09BAED-B7FC-4220-8037-60663F890984}" type="datetime1">
              <a:rPr lang="en-US" smtClean="0"/>
              <a:t>2/9/2026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435894" y="6452591"/>
            <a:ext cx="5187908" cy="365125"/>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918726" y="6456916"/>
            <a:ext cx="789382" cy="365125"/>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50821131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4693389"/>
            <a:ext cx="8272212" cy="566739"/>
          </a:xfrm>
        </p:spPr>
        <p:txBody>
          <a:bodyPr anchor="b">
            <a:normAutofit/>
          </a:bodyPr>
          <a:lstStyle>
            <a:lvl1pPr algn="l">
              <a:defRPr sz="18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4" y="641352"/>
            <a:ext cx="8468144" cy="3651249"/>
          </a:xfrm>
        </p:spPr>
        <p:txBody>
          <a:bodyPr anchor="t">
            <a:normAutofit/>
          </a:bodyPr>
          <a:lstStyle>
            <a:lvl1pPr marL="0" indent="0" algn="ctr">
              <a:buNone/>
              <a:defRPr sz="1200"/>
            </a:lvl1pPr>
            <a:lvl2pPr marL="342897" indent="0">
              <a:buNone/>
              <a:defRPr sz="1200"/>
            </a:lvl2pPr>
            <a:lvl3pPr marL="685793" indent="0">
              <a:buNone/>
              <a:defRPr sz="1200"/>
            </a:lvl3pPr>
            <a:lvl4pPr marL="1028690" indent="0">
              <a:buNone/>
              <a:defRPr sz="1200"/>
            </a:lvl4pPr>
            <a:lvl5pPr marL="1371586" indent="0">
              <a:buNone/>
              <a:defRPr sz="1200"/>
            </a:lvl5pPr>
            <a:lvl6pPr marL="1714483" indent="0">
              <a:buNone/>
              <a:defRPr sz="1200"/>
            </a:lvl6pPr>
            <a:lvl7pPr marL="2057379" indent="0">
              <a:buNone/>
              <a:defRPr sz="1200"/>
            </a:lvl7pPr>
            <a:lvl8pPr marL="2400276" indent="0">
              <a:buNone/>
              <a:defRPr sz="1200"/>
            </a:lvl8pPr>
            <a:lvl9pPr marL="2743173"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5" y="5260127"/>
            <a:ext cx="8272212" cy="998148"/>
          </a:xfrm>
        </p:spPr>
        <p:txBody>
          <a:bodyPr anchor="t">
            <a:normAutofit/>
          </a:bodyPr>
          <a:lstStyle>
            <a:lvl1pPr marL="0" indent="0">
              <a:buNone/>
              <a:defRPr sz="1200"/>
            </a:lvl1pPr>
            <a:lvl2pPr marL="342897" indent="0">
              <a:buNone/>
              <a:defRPr sz="900"/>
            </a:lvl2pPr>
            <a:lvl3pPr marL="685793" indent="0">
              <a:buNone/>
              <a:defRPr sz="750"/>
            </a:lvl3pPr>
            <a:lvl4pPr marL="1028690" indent="0">
              <a:buNone/>
              <a:defRPr sz="676"/>
            </a:lvl4pPr>
            <a:lvl5pPr marL="1371586" indent="0">
              <a:buNone/>
              <a:defRPr sz="676"/>
            </a:lvl5pPr>
            <a:lvl6pPr marL="1714483" indent="0">
              <a:buNone/>
              <a:defRPr sz="676"/>
            </a:lvl6pPr>
            <a:lvl7pPr marL="2057379" indent="0">
              <a:buNone/>
              <a:defRPr sz="676"/>
            </a:lvl7pPr>
            <a:lvl8pPr marL="2400276" indent="0">
              <a:buNone/>
              <a:defRPr sz="676"/>
            </a:lvl8pPr>
            <a:lvl9pPr marL="2743173" indent="0">
              <a:buNone/>
              <a:defRPr sz="676"/>
            </a:lvl9pPr>
          </a:lstStyle>
          <a:p>
            <a:pPr lvl="0"/>
            <a:r>
              <a:rPr lang="en-US"/>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7461860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435895" y="702156"/>
            <a:ext cx="8272212"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018341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043613" y="599726"/>
            <a:ext cx="2765487" cy="58169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53151" y="863601"/>
            <a:ext cx="2343150" cy="4807327"/>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81193" y="863601"/>
            <a:ext cx="5371219" cy="4807327"/>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34901" y="457200"/>
            <a:ext cx="277749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6031611" y="453643"/>
            <a:ext cx="2777490" cy="9855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2/9/2026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8375001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2" y="3085764"/>
            <a:ext cx="8474199"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435893" y="1020432"/>
            <a:ext cx="8245162" cy="1475013"/>
          </a:xfrm>
          <a:effectLst/>
        </p:spPr>
        <p:txBody>
          <a:bodyPr anchor="b">
            <a:normAutofit/>
          </a:bodyPr>
          <a:lstStyle>
            <a:lvl1pPr>
              <a:defRPr sz="27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35896" y="2495446"/>
            <a:ext cx="8245160" cy="590321"/>
          </a:xfrm>
        </p:spPr>
        <p:txBody>
          <a:bodyPr anchor="t">
            <a:normAutofit/>
          </a:bodyPr>
          <a:lstStyle>
            <a:lvl1pPr marL="0" indent="0" algn="l">
              <a:buNone/>
              <a:defRPr sz="1200" cap="all">
                <a:solidFill>
                  <a:schemeClr val="accent1"/>
                </a:solidFill>
              </a:defRPr>
            </a:lvl1pPr>
            <a:lvl2pPr marL="342897" indent="0" algn="ctr">
              <a:buNone/>
              <a:defRPr>
                <a:solidFill>
                  <a:schemeClr val="tx1">
                    <a:tint val="75000"/>
                  </a:schemeClr>
                </a:solidFill>
              </a:defRPr>
            </a:lvl2pPr>
            <a:lvl3pPr marL="685793" indent="0" algn="ctr">
              <a:buNone/>
              <a:defRPr>
                <a:solidFill>
                  <a:schemeClr val="tx1">
                    <a:tint val="75000"/>
                  </a:schemeClr>
                </a:solidFill>
              </a:defRPr>
            </a:lvl3pPr>
            <a:lvl4pPr marL="1028690" indent="0" algn="ctr">
              <a:buNone/>
              <a:defRPr>
                <a:solidFill>
                  <a:schemeClr val="tx1">
                    <a:tint val="75000"/>
                  </a:schemeClr>
                </a:solidFill>
              </a:defRPr>
            </a:lvl4pPr>
            <a:lvl5pPr marL="1371586" indent="0" algn="ctr">
              <a:buNone/>
              <a:defRPr>
                <a:solidFill>
                  <a:schemeClr val="tx1">
                    <a:tint val="75000"/>
                  </a:schemeClr>
                </a:solidFill>
              </a:defRPr>
            </a:lvl5pPr>
            <a:lvl6pPr marL="1714483" indent="0" algn="ctr">
              <a:buNone/>
              <a:defRPr>
                <a:solidFill>
                  <a:schemeClr val="tx1">
                    <a:tint val="75000"/>
                  </a:schemeClr>
                </a:solidFill>
              </a:defRPr>
            </a:lvl6pPr>
            <a:lvl7pPr marL="2057379" indent="0" algn="ctr">
              <a:buNone/>
              <a:defRPr>
                <a:solidFill>
                  <a:schemeClr val="tx1">
                    <a:tint val="75000"/>
                  </a:schemeClr>
                </a:solidFill>
              </a:defRPr>
            </a:lvl7pPr>
            <a:lvl8pPr marL="2400276" indent="0" algn="ctr">
              <a:buNone/>
              <a:defRPr>
                <a:solidFill>
                  <a:schemeClr val="tx1">
                    <a:tint val="75000"/>
                  </a:schemeClr>
                </a:solidFill>
              </a:defRPr>
            </a:lvl8pPr>
            <a:lvl9pPr marL="2743173"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2/9/2026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05681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02156"/>
            <a:ext cx="8272212"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2340865"/>
            <a:ext cx="8272211" cy="3634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2/9/2026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90430529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5141975"/>
            <a:ext cx="8468146"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6" y="2393951"/>
            <a:ext cx="8272211" cy="2147467"/>
          </a:xfrm>
        </p:spPr>
        <p:txBody>
          <a:bodyPr anchor="b">
            <a:normAutofit/>
          </a:bodyPr>
          <a:lstStyle>
            <a:lvl1pPr algn="l">
              <a:defRPr sz="27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4541418"/>
            <a:ext cx="8272211" cy="600556"/>
          </a:xfrm>
        </p:spPr>
        <p:txBody>
          <a:bodyPr anchor="t">
            <a:normAutofit/>
          </a:bodyPr>
          <a:lstStyle>
            <a:lvl1pPr marL="0" indent="0" algn="l">
              <a:buNone/>
              <a:defRPr sz="1350" cap="all">
                <a:solidFill>
                  <a:schemeClr val="accent1"/>
                </a:solidFill>
              </a:defRPr>
            </a:lvl1pPr>
            <a:lvl2pPr marL="342897" indent="0">
              <a:buNone/>
              <a:defRPr sz="1350">
                <a:solidFill>
                  <a:schemeClr val="tx1">
                    <a:tint val="75000"/>
                  </a:schemeClr>
                </a:solidFill>
              </a:defRPr>
            </a:lvl2pPr>
            <a:lvl3pPr marL="685793" indent="0">
              <a:buNone/>
              <a:defRPr sz="1200">
                <a:solidFill>
                  <a:schemeClr val="tx1">
                    <a:tint val="75000"/>
                  </a:schemeClr>
                </a:solidFill>
              </a:defRPr>
            </a:lvl3pPr>
            <a:lvl4pPr marL="1028690" indent="0">
              <a:buNone/>
              <a:defRPr sz="1050">
                <a:solidFill>
                  <a:schemeClr val="tx1">
                    <a:tint val="75000"/>
                  </a:schemeClr>
                </a:solidFill>
              </a:defRPr>
            </a:lvl4pPr>
            <a:lvl5pPr marL="1371586" indent="0">
              <a:buNone/>
              <a:defRPr sz="1050">
                <a:solidFill>
                  <a:schemeClr val="tx1">
                    <a:tint val="75000"/>
                  </a:schemeClr>
                </a:solidFill>
              </a:defRPr>
            </a:lvl5pPr>
            <a:lvl6pPr marL="1714483" indent="0">
              <a:buNone/>
              <a:defRPr sz="1050">
                <a:solidFill>
                  <a:schemeClr val="tx1">
                    <a:tint val="75000"/>
                  </a:schemeClr>
                </a:solidFill>
              </a:defRPr>
            </a:lvl6pPr>
            <a:lvl7pPr marL="2057379" indent="0">
              <a:buNone/>
              <a:defRPr sz="1050">
                <a:solidFill>
                  <a:schemeClr val="tx1">
                    <a:tint val="75000"/>
                  </a:schemeClr>
                </a:solidFill>
              </a:defRPr>
            </a:lvl7pPr>
            <a:lvl8pPr marL="2400276" indent="0">
              <a:buNone/>
              <a:defRPr sz="1050">
                <a:solidFill>
                  <a:schemeClr val="tx1">
                    <a:tint val="75000"/>
                  </a:schemeClr>
                </a:solidFill>
              </a:defRPr>
            </a:lvl8pPr>
            <a:lvl9pPr marL="2743173" indent="0">
              <a:buNone/>
              <a:defRPr sz="105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2/9/2026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39253901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29659"/>
            <a:ext cx="8272212"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4" y="2228004"/>
            <a:ext cx="3896076"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2030" y="2228004"/>
            <a:ext cx="389607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1823050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435895" y="729659"/>
            <a:ext cx="8272212"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35894" y="2250891"/>
            <a:ext cx="3896077" cy="557784"/>
          </a:xfrm>
        </p:spPr>
        <p:txBody>
          <a:bodyPr anchor="ctr">
            <a:noAutofit/>
          </a:bodyPr>
          <a:lstStyle>
            <a:lvl1pPr marL="0" indent="0">
              <a:buNone/>
              <a:defRPr sz="1500" b="0">
                <a:solidFill>
                  <a:schemeClr val="tx1">
                    <a:lumMod val="75000"/>
                    <a:lumOff val="25000"/>
                  </a:schemeClr>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6" y="2926054"/>
            <a:ext cx="3896074"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12029" y="2250892"/>
            <a:ext cx="3896078" cy="553373"/>
          </a:xfrm>
        </p:spPr>
        <p:txBody>
          <a:bodyPr anchor="ctr">
            <a:noAutofit/>
          </a:bodyPr>
          <a:lstStyle>
            <a:lvl1pPr marL="0" marR="0" indent="0" algn="l" defTabSz="342897"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sz="1500" b="0">
                <a:solidFill>
                  <a:schemeClr val="tx1">
                    <a:lumMod val="75000"/>
                    <a:lumOff val="25000"/>
                  </a:schemeClr>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marL="0" marR="0" lvl="0" indent="0" algn="l" defTabSz="342897"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812029" y="2926054"/>
            <a:ext cx="3896078"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619246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31921" y="729659"/>
            <a:ext cx="8272212"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6902505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4939351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601201"/>
            <a:ext cx="2762042"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75893" y="933451"/>
            <a:ext cx="2273889" cy="1722419"/>
          </a:xfrm>
        </p:spPr>
        <p:txBody>
          <a:bodyPr anchor="b">
            <a:normAutofit/>
          </a:bodyPr>
          <a:lstStyle>
            <a:lvl1pPr algn="l">
              <a:defRPr sz="18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75697" y="1179829"/>
            <a:ext cx="4988243" cy="4658216"/>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5893" y="2836655"/>
            <a:ext cx="2273889" cy="3001392"/>
          </a:xfrm>
        </p:spPr>
        <p:txBody>
          <a:bodyPr anchor="t">
            <a:normAutofit/>
          </a:bodyPr>
          <a:lstStyle>
            <a:lvl1pPr marL="0" indent="0" algn="l">
              <a:buNone/>
              <a:defRPr sz="1200">
                <a:solidFill>
                  <a:srgbClr val="FFFFFF"/>
                </a:solidFill>
              </a:defRPr>
            </a:lvl1pPr>
            <a:lvl2pPr marL="342897" indent="0">
              <a:buNone/>
              <a:defRPr sz="826"/>
            </a:lvl2pPr>
            <a:lvl3pPr marL="685793" indent="0">
              <a:buNone/>
              <a:defRPr sz="750"/>
            </a:lvl3pPr>
            <a:lvl4pPr marL="1028690" indent="0">
              <a:buNone/>
              <a:defRPr sz="676"/>
            </a:lvl4pPr>
            <a:lvl5pPr marL="1371586" indent="0">
              <a:buNone/>
              <a:defRPr sz="676"/>
            </a:lvl5pPr>
            <a:lvl6pPr marL="1714483" indent="0">
              <a:buNone/>
              <a:defRPr sz="676"/>
            </a:lvl6pPr>
            <a:lvl7pPr marL="2057379" indent="0">
              <a:buNone/>
              <a:defRPr sz="676"/>
            </a:lvl7pPr>
            <a:lvl8pPr marL="2400276" indent="0">
              <a:buNone/>
              <a:defRPr sz="676"/>
            </a:lvl8pPr>
            <a:lvl9pPr marL="2743173" indent="0">
              <a:buNone/>
              <a:defRPr sz="676"/>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704464" y="6456916"/>
            <a:ext cx="2133599" cy="365125"/>
          </a:xfrm>
        </p:spPr>
        <p:txBody>
          <a:bodyPr/>
          <a:lstStyle/>
          <a:p>
            <a:fld id="{D82884F1-FFEA-405F-9602-3DCA865EDA4E}" type="datetime1">
              <a:rPr lang="en-US" smtClean="0"/>
              <a:t>2/9/2026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435894" y="6452591"/>
            <a:ext cx="5187908"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918726" y="6456916"/>
            <a:ext cx="789382"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27932832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4693389"/>
            <a:ext cx="8272212" cy="566739"/>
          </a:xfrm>
        </p:spPr>
        <p:txBody>
          <a:bodyPr anchor="b">
            <a:normAutofit/>
          </a:bodyPr>
          <a:lstStyle>
            <a:lvl1pPr algn="l">
              <a:defRPr sz="18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4" y="641352"/>
            <a:ext cx="8468144" cy="3651249"/>
          </a:xfrm>
        </p:spPr>
        <p:txBody>
          <a:bodyPr anchor="t">
            <a:normAutofit/>
          </a:bodyPr>
          <a:lstStyle>
            <a:lvl1pPr marL="0" indent="0" algn="ctr">
              <a:buNone/>
              <a:defRPr sz="1200"/>
            </a:lvl1pPr>
            <a:lvl2pPr marL="342897" indent="0">
              <a:buNone/>
              <a:defRPr sz="1200"/>
            </a:lvl2pPr>
            <a:lvl3pPr marL="685793" indent="0">
              <a:buNone/>
              <a:defRPr sz="1200"/>
            </a:lvl3pPr>
            <a:lvl4pPr marL="1028690" indent="0">
              <a:buNone/>
              <a:defRPr sz="1200"/>
            </a:lvl4pPr>
            <a:lvl5pPr marL="1371586" indent="0">
              <a:buNone/>
              <a:defRPr sz="1200"/>
            </a:lvl5pPr>
            <a:lvl6pPr marL="1714483" indent="0">
              <a:buNone/>
              <a:defRPr sz="1200"/>
            </a:lvl6pPr>
            <a:lvl7pPr marL="2057379" indent="0">
              <a:buNone/>
              <a:defRPr sz="1200"/>
            </a:lvl7pPr>
            <a:lvl8pPr marL="2400276" indent="0">
              <a:buNone/>
              <a:defRPr sz="1200"/>
            </a:lvl8pPr>
            <a:lvl9pPr marL="2743173"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5" y="5260127"/>
            <a:ext cx="8272212" cy="998148"/>
          </a:xfrm>
        </p:spPr>
        <p:txBody>
          <a:bodyPr anchor="t">
            <a:normAutofit/>
          </a:bodyPr>
          <a:lstStyle>
            <a:lvl1pPr marL="0" indent="0">
              <a:buNone/>
              <a:defRPr sz="1200"/>
            </a:lvl1pPr>
            <a:lvl2pPr marL="342897" indent="0">
              <a:buNone/>
              <a:defRPr sz="900"/>
            </a:lvl2pPr>
            <a:lvl3pPr marL="685793" indent="0">
              <a:buNone/>
              <a:defRPr sz="750"/>
            </a:lvl3pPr>
            <a:lvl4pPr marL="1028690" indent="0">
              <a:buNone/>
              <a:defRPr sz="676"/>
            </a:lvl4pPr>
            <a:lvl5pPr marL="1371586" indent="0">
              <a:buNone/>
              <a:defRPr sz="676"/>
            </a:lvl5pPr>
            <a:lvl6pPr marL="1714483" indent="0">
              <a:buNone/>
              <a:defRPr sz="676"/>
            </a:lvl6pPr>
            <a:lvl7pPr marL="2057379" indent="0">
              <a:buNone/>
              <a:defRPr sz="676"/>
            </a:lvl7pPr>
            <a:lvl8pPr marL="2400276" indent="0">
              <a:buNone/>
              <a:defRPr sz="676"/>
            </a:lvl8pPr>
            <a:lvl9pPr marL="2743173" indent="0">
              <a:buNone/>
              <a:defRPr sz="676"/>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2/9/2026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671163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435895" y="702156"/>
            <a:ext cx="8272212"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5005849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043613" y="599726"/>
            <a:ext cx="2765487" cy="58169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53151" y="863601"/>
            <a:ext cx="2343150" cy="4807327"/>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81193" y="863601"/>
            <a:ext cx="5371219" cy="4807327"/>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34901" y="457200"/>
            <a:ext cx="277749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6031611" y="453643"/>
            <a:ext cx="2777490" cy="9855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2/9/2026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5934245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311700" y="796567"/>
            <a:ext cx="85206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362590960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2" y="3085764"/>
            <a:ext cx="8474199"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435893" y="1020432"/>
            <a:ext cx="8245162" cy="1475013"/>
          </a:xfrm>
          <a:effectLst/>
        </p:spPr>
        <p:txBody>
          <a:bodyPr anchor="b">
            <a:normAutofit/>
          </a:bodyPr>
          <a:lstStyle>
            <a:lvl1pPr>
              <a:defRPr sz="27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35896" y="2495446"/>
            <a:ext cx="8245160" cy="590321"/>
          </a:xfrm>
        </p:spPr>
        <p:txBody>
          <a:bodyPr anchor="t">
            <a:normAutofit/>
          </a:bodyPr>
          <a:lstStyle>
            <a:lvl1pPr marL="0" indent="0" algn="l">
              <a:buNone/>
              <a:defRPr sz="1200" cap="all">
                <a:solidFill>
                  <a:schemeClr val="accent1"/>
                </a:solidFill>
              </a:defRPr>
            </a:lvl1pPr>
            <a:lvl2pPr marL="342897" indent="0" algn="ctr">
              <a:buNone/>
              <a:defRPr>
                <a:solidFill>
                  <a:schemeClr val="tx1">
                    <a:tint val="75000"/>
                  </a:schemeClr>
                </a:solidFill>
              </a:defRPr>
            </a:lvl2pPr>
            <a:lvl3pPr marL="685793" indent="0" algn="ctr">
              <a:buNone/>
              <a:defRPr>
                <a:solidFill>
                  <a:schemeClr val="tx1">
                    <a:tint val="75000"/>
                  </a:schemeClr>
                </a:solidFill>
              </a:defRPr>
            </a:lvl3pPr>
            <a:lvl4pPr marL="1028690" indent="0" algn="ctr">
              <a:buNone/>
              <a:defRPr>
                <a:solidFill>
                  <a:schemeClr val="tx1">
                    <a:tint val="75000"/>
                  </a:schemeClr>
                </a:solidFill>
              </a:defRPr>
            </a:lvl4pPr>
            <a:lvl5pPr marL="1371586" indent="0" algn="ctr">
              <a:buNone/>
              <a:defRPr>
                <a:solidFill>
                  <a:schemeClr val="tx1">
                    <a:tint val="75000"/>
                  </a:schemeClr>
                </a:solidFill>
              </a:defRPr>
            </a:lvl5pPr>
            <a:lvl6pPr marL="1714483" indent="0" algn="ctr">
              <a:buNone/>
              <a:defRPr>
                <a:solidFill>
                  <a:schemeClr val="tx1">
                    <a:tint val="75000"/>
                  </a:schemeClr>
                </a:solidFill>
              </a:defRPr>
            </a:lvl6pPr>
            <a:lvl7pPr marL="2057379" indent="0" algn="ctr">
              <a:buNone/>
              <a:defRPr>
                <a:solidFill>
                  <a:schemeClr val="tx1">
                    <a:tint val="75000"/>
                  </a:schemeClr>
                </a:solidFill>
              </a:defRPr>
            </a:lvl7pPr>
            <a:lvl8pPr marL="2400276" indent="0" algn="ctr">
              <a:buNone/>
              <a:defRPr>
                <a:solidFill>
                  <a:schemeClr val="tx1">
                    <a:tint val="75000"/>
                  </a:schemeClr>
                </a:solidFill>
              </a:defRPr>
            </a:lvl8pPr>
            <a:lvl9pPr marL="2743173"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5BCAD085-E8A6-8845-BD4E-CB4CCA059FC4}" type="datetimeFigureOut">
              <a:rPr lang="en-US" smtClean="0"/>
              <a:t>2/9/2026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279331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02156"/>
            <a:ext cx="8272212"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2340865"/>
            <a:ext cx="8272211" cy="3634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5BCAD085-E8A6-8845-BD4E-CB4CCA059FC4}" type="datetimeFigureOut">
              <a:rPr lang="en-US" smtClean="0"/>
              <a:t>2/9/2026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294063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5141975"/>
            <a:ext cx="8468146"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6" y="2393951"/>
            <a:ext cx="8272211" cy="2147467"/>
          </a:xfrm>
        </p:spPr>
        <p:txBody>
          <a:bodyPr anchor="b">
            <a:normAutofit/>
          </a:bodyPr>
          <a:lstStyle>
            <a:lvl1pPr algn="l">
              <a:defRPr sz="27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4541418"/>
            <a:ext cx="8272211" cy="600556"/>
          </a:xfrm>
        </p:spPr>
        <p:txBody>
          <a:bodyPr anchor="t">
            <a:normAutofit/>
          </a:bodyPr>
          <a:lstStyle>
            <a:lvl1pPr marL="0" indent="0" algn="l">
              <a:buNone/>
              <a:defRPr sz="1350" cap="all">
                <a:solidFill>
                  <a:schemeClr val="accent1"/>
                </a:solidFill>
              </a:defRPr>
            </a:lvl1pPr>
            <a:lvl2pPr marL="342897" indent="0">
              <a:buNone/>
              <a:defRPr sz="1350">
                <a:solidFill>
                  <a:schemeClr val="tx1">
                    <a:tint val="75000"/>
                  </a:schemeClr>
                </a:solidFill>
              </a:defRPr>
            </a:lvl2pPr>
            <a:lvl3pPr marL="685793" indent="0">
              <a:buNone/>
              <a:defRPr sz="1200">
                <a:solidFill>
                  <a:schemeClr val="tx1">
                    <a:tint val="75000"/>
                  </a:schemeClr>
                </a:solidFill>
              </a:defRPr>
            </a:lvl3pPr>
            <a:lvl4pPr marL="1028690" indent="0">
              <a:buNone/>
              <a:defRPr sz="1050">
                <a:solidFill>
                  <a:schemeClr val="tx1">
                    <a:tint val="75000"/>
                  </a:schemeClr>
                </a:solidFill>
              </a:defRPr>
            </a:lvl4pPr>
            <a:lvl5pPr marL="1371586" indent="0">
              <a:buNone/>
              <a:defRPr sz="1050">
                <a:solidFill>
                  <a:schemeClr val="tx1">
                    <a:tint val="75000"/>
                  </a:schemeClr>
                </a:solidFill>
              </a:defRPr>
            </a:lvl5pPr>
            <a:lvl6pPr marL="1714483" indent="0">
              <a:buNone/>
              <a:defRPr sz="1050">
                <a:solidFill>
                  <a:schemeClr val="tx1">
                    <a:tint val="75000"/>
                  </a:schemeClr>
                </a:solidFill>
              </a:defRPr>
            </a:lvl6pPr>
            <a:lvl7pPr marL="2057379" indent="0">
              <a:buNone/>
              <a:defRPr sz="1050">
                <a:solidFill>
                  <a:schemeClr val="tx1">
                    <a:tint val="75000"/>
                  </a:schemeClr>
                </a:solidFill>
              </a:defRPr>
            </a:lvl7pPr>
            <a:lvl8pPr marL="2400276" indent="0">
              <a:buNone/>
              <a:defRPr sz="1050">
                <a:solidFill>
                  <a:schemeClr val="tx1">
                    <a:tint val="75000"/>
                  </a:schemeClr>
                </a:solidFill>
              </a:defRPr>
            </a:lvl8pPr>
            <a:lvl9pPr marL="2743173" indent="0">
              <a:buNone/>
              <a:defRPr sz="105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5BCAD085-E8A6-8845-BD4E-CB4CCA059FC4}" type="datetimeFigureOut">
              <a:rPr lang="en-US" smtClean="0"/>
              <a:t>2/9/2026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8111456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29659"/>
            <a:ext cx="8272212"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4" y="2228004"/>
            <a:ext cx="3896076"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2030" y="2228004"/>
            <a:ext cx="389607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446063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435895" y="729659"/>
            <a:ext cx="8272212"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35894" y="2250891"/>
            <a:ext cx="3896077" cy="557784"/>
          </a:xfrm>
        </p:spPr>
        <p:txBody>
          <a:bodyPr anchor="ctr">
            <a:noAutofit/>
          </a:bodyPr>
          <a:lstStyle>
            <a:lvl1pPr marL="0" indent="0">
              <a:buNone/>
              <a:defRPr sz="1500" b="0">
                <a:solidFill>
                  <a:schemeClr val="tx1">
                    <a:lumMod val="75000"/>
                    <a:lumOff val="25000"/>
                  </a:schemeClr>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6" y="2926054"/>
            <a:ext cx="3896074"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12029" y="2250892"/>
            <a:ext cx="3896078" cy="553373"/>
          </a:xfrm>
        </p:spPr>
        <p:txBody>
          <a:bodyPr anchor="ctr">
            <a:noAutofit/>
          </a:bodyPr>
          <a:lstStyle>
            <a:lvl1pPr marL="0" marR="0" indent="0" algn="l" defTabSz="342897"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sz="1500" b="0">
                <a:solidFill>
                  <a:schemeClr val="tx1">
                    <a:lumMod val="75000"/>
                    <a:lumOff val="25000"/>
                  </a:schemeClr>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marL="0" marR="0" lvl="0" indent="0" algn="l" defTabSz="342897"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812029" y="2926054"/>
            <a:ext cx="3896078"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5906100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31921" y="729659"/>
            <a:ext cx="8272212"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6114667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7064277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601201"/>
            <a:ext cx="2762042"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75893" y="933451"/>
            <a:ext cx="2273889" cy="1722419"/>
          </a:xfrm>
        </p:spPr>
        <p:txBody>
          <a:bodyPr anchor="b">
            <a:normAutofit/>
          </a:bodyPr>
          <a:lstStyle>
            <a:lvl1pPr algn="l">
              <a:defRPr sz="18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75697" y="1179829"/>
            <a:ext cx="4988243" cy="4658216"/>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5893" y="2836655"/>
            <a:ext cx="2273889" cy="3001392"/>
          </a:xfrm>
        </p:spPr>
        <p:txBody>
          <a:bodyPr anchor="t">
            <a:normAutofit/>
          </a:bodyPr>
          <a:lstStyle>
            <a:lvl1pPr marL="0" indent="0" algn="l">
              <a:buNone/>
              <a:defRPr sz="1200">
                <a:solidFill>
                  <a:srgbClr val="FFFFFF"/>
                </a:solidFill>
              </a:defRPr>
            </a:lvl1pPr>
            <a:lvl2pPr marL="342897" indent="0">
              <a:buNone/>
              <a:defRPr sz="826"/>
            </a:lvl2pPr>
            <a:lvl3pPr marL="685793" indent="0">
              <a:buNone/>
              <a:defRPr sz="750"/>
            </a:lvl3pPr>
            <a:lvl4pPr marL="1028690" indent="0">
              <a:buNone/>
              <a:defRPr sz="676"/>
            </a:lvl4pPr>
            <a:lvl5pPr marL="1371586" indent="0">
              <a:buNone/>
              <a:defRPr sz="676"/>
            </a:lvl5pPr>
            <a:lvl6pPr marL="1714483" indent="0">
              <a:buNone/>
              <a:defRPr sz="676"/>
            </a:lvl6pPr>
            <a:lvl7pPr marL="2057379" indent="0">
              <a:buNone/>
              <a:defRPr sz="676"/>
            </a:lvl7pPr>
            <a:lvl8pPr marL="2400276" indent="0">
              <a:buNone/>
              <a:defRPr sz="676"/>
            </a:lvl8pPr>
            <a:lvl9pPr marL="2743173" indent="0">
              <a:buNone/>
              <a:defRPr sz="676"/>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704464" y="6456916"/>
            <a:ext cx="2133599" cy="365125"/>
          </a:xfrm>
        </p:spPr>
        <p:txBody>
          <a:bodyPr/>
          <a:lstStyle/>
          <a:p>
            <a:fld id="{5BCAD085-E8A6-8845-BD4E-CB4CCA059FC4}" type="datetimeFigureOut">
              <a:rPr lang="en-US" smtClean="0"/>
              <a:t>2/9/2026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435894" y="6452591"/>
            <a:ext cx="5187908" cy="365125"/>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918726" y="6456916"/>
            <a:ext cx="789382"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0841879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4693389"/>
            <a:ext cx="8272212" cy="566739"/>
          </a:xfrm>
        </p:spPr>
        <p:txBody>
          <a:bodyPr anchor="b">
            <a:normAutofit/>
          </a:bodyPr>
          <a:lstStyle>
            <a:lvl1pPr algn="l">
              <a:defRPr sz="18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4" y="641352"/>
            <a:ext cx="8468144" cy="3651249"/>
          </a:xfrm>
        </p:spPr>
        <p:txBody>
          <a:bodyPr anchor="t">
            <a:normAutofit/>
          </a:bodyPr>
          <a:lstStyle>
            <a:lvl1pPr marL="0" indent="0" algn="ctr">
              <a:buNone/>
              <a:defRPr sz="1200"/>
            </a:lvl1pPr>
            <a:lvl2pPr marL="342897" indent="0">
              <a:buNone/>
              <a:defRPr sz="1200"/>
            </a:lvl2pPr>
            <a:lvl3pPr marL="685793" indent="0">
              <a:buNone/>
              <a:defRPr sz="1200"/>
            </a:lvl3pPr>
            <a:lvl4pPr marL="1028690" indent="0">
              <a:buNone/>
              <a:defRPr sz="1200"/>
            </a:lvl4pPr>
            <a:lvl5pPr marL="1371586" indent="0">
              <a:buNone/>
              <a:defRPr sz="1200"/>
            </a:lvl5pPr>
            <a:lvl6pPr marL="1714483" indent="0">
              <a:buNone/>
              <a:defRPr sz="1200"/>
            </a:lvl6pPr>
            <a:lvl7pPr marL="2057379" indent="0">
              <a:buNone/>
              <a:defRPr sz="1200"/>
            </a:lvl7pPr>
            <a:lvl8pPr marL="2400276" indent="0">
              <a:buNone/>
              <a:defRPr sz="1200"/>
            </a:lvl8pPr>
            <a:lvl9pPr marL="2743173"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5" y="5260127"/>
            <a:ext cx="8272212" cy="998148"/>
          </a:xfrm>
        </p:spPr>
        <p:txBody>
          <a:bodyPr anchor="t">
            <a:normAutofit/>
          </a:bodyPr>
          <a:lstStyle>
            <a:lvl1pPr marL="0" indent="0">
              <a:buNone/>
              <a:defRPr sz="1200"/>
            </a:lvl1pPr>
            <a:lvl2pPr marL="342897" indent="0">
              <a:buNone/>
              <a:defRPr sz="900"/>
            </a:lvl2pPr>
            <a:lvl3pPr marL="685793" indent="0">
              <a:buNone/>
              <a:defRPr sz="750"/>
            </a:lvl3pPr>
            <a:lvl4pPr marL="1028690" indent="0">
              <a:buNone/>
              <a:defRPr sz="676"/>
            </a:lvl4pPr>
            <a:lvl5pPr marL="1371586" indent="0">
              <a:buNone/>
              <a:defRPr sz="676"/>
            </a:lvl5pPr>
            <a:lvl6pPr marL="1714483" indent="0">
              <a:buNone/>
              <a:defRPr sz="676"/>
            </a:lvl6pPr>
            <a:lvl7pPr marL="2057379" indent="0">
              <a:buNone/>
              <a:defRPr sz="676"/>
            </a:lvl7pPr>
            <a:lvl8pPr marL="2400276" indent="0">
              <a:buNone/>
              <a:defRPr sz="676"/>
            </a:lvl8pPr>
            <a:lvl9pPr marL="2743173" indent="0">
              <a:buNone/>
              <a:defRPr sz="676"/>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0894542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435895" y="702156"/>
            <a:ext cx="8272212"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439997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043613" y="599726"/>
            <a:ext cx="2765487" cy="58169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53151" y="863601"/>
            <a:ext cx="2343150" cy="4807327"/>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81193" y="863601"/>
            <a:ext cx="5371219" cy="4807327"/>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34901" y="457200"/>
            <a:ext cx="277749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6031611" y="453643"/>
            <a:ext cx="2777490" cy="9855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5BCAD085-E8A6-8845-BD4E-CB4CCA059FC4}" type="datetimeFigureOut">
              <a:rPr lang="en-US" smtClean="0"/>
              <a:t>2/9/2026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2505048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2" y="3085764"/>
            <a:ext cx="8474199"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435893" y="1020432"/>
            <a:ext cx="8245162" cy="1475013"/>
          </a:xfrm>
          <a:effectLst/>
        </p:spPr>
        <p:txBody>
          <a:bodyPr anchor="b">
            <a:normAutofit/>
          </a:bodyPr>
          <a:lstStyle>
            <a:lvl1pPr>
              <a:defRPr sz="27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35896" y="2495446"/>
            <a:ext cx="8245160" cy="590321"/>
          </a:xfrm>
        </p:spPr>
        <p:txBody>
          <a:bodyPr anchor="t">
            <a:normAutofit/>
          </a:bodyPr>
          <a:lstStyle>
            <a:lvl1pPr marL="0" indent="0" algn="l">
              <a:buNone/>
              <a:defRPr sz="1200" cap="all">
                <a:solidFill>
                  <a:schemeClr val="accent1"/>
                </a:solidFill>
              </a:defRPr>
            </a:lvl1pPr>
            <a:lvl2pPr marL="342897" indent="0" algn="ctr">
              <a:buNone/>
              <a:defRPr>
                <a:solidFill>
                  <a:schemeClr val="tx1">
                    <a:tint val="75000"/>
                  </a:schemeClr>
                </a:solidFill>
              </a:defRPr>
            </a:lvl2pPr>
            <a:lvl3pPr marL="685793" indent="0" algn="ctr">
              <a:buNone/>
              <a:defRPr>
                <a:solidFill>
                  <a:schemeClr val="tx1">
                    <a:tint val="75000"/>
                  </a:schemeClr>
                </a:solidFill>
              </a:defRPr>
            </a:lvl3pPr>
            <a:lvl4pPr marL="1028690" indent="0" algn="ctr">
              <a:buNone/>
              <a:defRPr>
                <a:solidFill>
                  <a:schemeClr val="tx1">
                    <a:tint val="75000"/>
                  </a:schemeClr>
                </a:solidFill>
              </a:defRPr>
            </a:lvl4pPr>
            <a:lvl5pPr marL="1371586" indent="0" algn="ctr">
              <a:buNone/>
              <a:defRPr>
                <a:solidFill>
                  <a:schemeClr val="tx1">
                    <a:tint val="75000"/>
                  </a:schemeClr>
                </a:solidFill>
              </a:defRPr>
            </a:lvl5pPr>
            <a:lvl6pPr marL="1714483" indent="0" algn="ctr">
              <a:buNone/>
              <a:defRPr>
                <a:solidFill>
                  <a:schemeClr val="tx1">
                    <a:tint val="75000"/>
                  </a:schemeClr>
                </a:solidFill>
              </a:defRPr>
            </a:lvl6pPr>
            <a:lvl7pPr marL="2057379" indent="0" algn="ctr">
              <a:buNone/>
              <a:defRPr>
                <a:solidFill>
                  <a:schemeClr val="tx1">
                    <a:tint val="75000"/>
                  </a:schemeClr>
                </a:solidFill>
              </a:defRPr>
            </a:lvl7pPr>
            <a:lvl8pPr marL="2400276" indent="0" algn="ctr">
              <a:buNone/>
              <a:defRPr>
                <a:solidFill>
                  <a:schemeClr val="tx1">
                    <a:tint val="75000"/>
                  </a:schemeClr>
                </a:solidFill>
              </a:defRPr>
            </a:lvl8pPr>
            <a:lvl9pPr marL="2743173"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C6B0FEA4-C6CA-4262-94C7-989766AA3A47}" type="datetime1">
              <a:rPr lang="en-US" smtClean="0"/>
              <a:t>2/9/2026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65227165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02156"/>
            <a:ext cx="8272212"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2340865"/>
            <a:ext cx="8272211" cy="3634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6F65A5F7-BE7B-4360-B821-FCDB8E9197AC}" type="datetime1">
              <a:rPr lang="en-US" smtClean="0"/>
              <a:t>2/9/2026</a:t>
            </a:fld>
            <a:endParaRPr lang="en-US"/>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002718234"/>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5141975"/>
            <a:ext cx="8468146"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6" y="2393951"/>
            <a:ext cx="8272211" cy="2147467"/>
          </a:xfrm>
        </p:spPr>
        <p:txBody>
          <a:bodyPr anchor="b">
            <a:normAutofit/>
          </a:bodyPr>
          <a:lstStyle>
            <a:lvl1pPr algn="l">
              <a:defRPr sz="27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4541418"/>
            <a:ext cx="8272211" cy="600556"/>
          </a:xfrm>
        </p:spPr>
        <p:txBody>
          <a:bodyPr anchor="t">
            <a:normAutofit/>
          </a:bodyPr>
          <a:lstStyle>
            <a:lvl1pPr marL="0" indent="0" algn="l">
              <a:buNone/>
              <a:defRPr sz="1350" cap="all">
                <a:solidFill>
                  <a:schemeClr val="accent1"/>
                </a:solidFill>
              </a:defRPr>
            </a:lvl1pPr>
            <a:lvl2pPr marL="342897" indent="0">
              <a:buNone/>
              <a:defRPr sz="1350">
                <a:solidFill>
                  <a:schemeClr val="tx1">
                    <a:tint val="75000"/>
                  </a:schemeClr>
                </a:solidFill>
              </a:defRPr>
            </a:lvl2pPr>
            <a:lvl3pPr marL="685793" indent="0">
              <a:buNone/>
              <a:defRPr sz="1200">
                <a:solidFill>
                  <a:schemeClr val="tx1">
                    <a:tint val="75000"/>
                  </a:schemeClr>
                </a:solidFill>
              </a:defRPr>
            </a:lvl3pPr>
            <a:lvl4pPr marL="1028690" indent="0">
              <a:buNone/>
              <a:defRPr sz="1050">
                <a:solidFill>
                  <a:schemeClr val="tx1">
                    <a:tint val="75000"/>
                  </a:schemeClr>
                </a:solidFill>
              </a:defRPr>
            </a:lvl4pPr>
            <a:lvl5pPr marL="1371586" indent="0">
              <a:buNone/>
              <a:defRPr sz="1050">
                <a:solidFill>
                  <a:schemeClr val="tx1">
                    <a:tint val="75000"/>
                  </a:schemeClr>
                </a:solidFill>
              </a:defRPr>
            </a:lvl5pPr>
            <a:lvl6pPr marL="1714483" indent="0">
              <a:buNone/>
              <a:defRPr sz="1050">
                <a:solidFill>
                  <a:schemeClr val="tx1">
                    <a:tint val="75000"/>
                  </a:schemeClr>
                </a:solidFill>
              </a:defRPr>
            </a:lvl6pPr>
            <a:lvl7pPr marL="2057379" indent="0">
              <a:buNone/>
              <a:defRPr sz="1050">
                <a:solidFill>
                  <a:schemeClr val="tx1">
                    <a:tint val="75000"/>
                  </a:schemeClr>
                </a:solidFill>
              </a:defRPr>
            </a:lvl7pPr>
            <a:lvl8pPr marL="2400276" indent="0">
              <a:buNone/>
              <a:defRPr sz="1050">
                <a:solidFill>
                  <a:schemeClr val="tx1">
                    <a:tint val="75000"/>
                  </a:schemeClr>
                </a:solidFill>
              </a:defRPr>
            </a:lvl8pPr>
            <a:lvl9pPr marL="2743173" indent="0">
              <a:buNone/>
              <a:defRPr sz="105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6145D492-0F60-495A-BAAC-3C877C1D64A2}" type="datetime1">
              <a:rPr lang="en-US" smtClean="0"/>
              <a:t>2/9/2026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01373379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29659"/>
            <a:ext cx="8272212"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4" y="2228004"/>
            <a:ext cx="3896076"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2030" y="2228004"/>
            <a:ext cx="389607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322FED-C97B-4E3C-B05B-1278829CCA0F}" type="datetime1">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6792497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435895" y="729659"/>
            <a:ext cx="8272212"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35894" y="2250891"/>
            <a:ext cx="3896077" cy="557784"/>
          </a:xfrm>
        </p:spPr>
        <p:txBody>
          <a:bodyPr anchor="ctr">
            <a:noAutofit/>
          </a:bodyPr>
          <a:lstStyle>
            <a:lvl1pPr marL="0" indent="0">
              <a:buNone/>
              <a:defRPr sz="1500" b="0">
                <a:solidFill>
                  <a:schemeClr val="tx1">
                    <a:lumMod val="75000"/>
                    <a:lumOff val="25000"/>
                  </a:schemeClr>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6" y="2926054"/>
            <a:ext cx="3896074"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12029" y="2250892"/>
            <a:ext cx="3896078" cy="553373"/>
          </a:xfrm>
        </p:spPr>
        <p:txBody>
          <a:bodyPr anchor="ctr">
            <a:noAutofit/>
          </a:bodyPr>
          <a:lstStyle>
            <a:lvl1pPr marL="0" marR="0" indent="0" algn="l" defTabSz="342897"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sz="1500" b="0">
                <a:solidFill>
                  <a:schemeClr val="tx1">
                    <a:lumMod val="75000"/>
                    <a:lumOff val="25000"/>
                  </a:schemeClr>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marL="0" marR="0" lvl="0" indent="0" algn="l" defTabSz="342897"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812029" y="2926054"/>
            <a:ext cx="3896078"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BBF91E7-DD27-45EE-9FAC-A58839C2E3FB}" type="datetime1">
              <a:rPr lang="en-US" smtClean="0"/>
              <a:t>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42973238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31921" y="729659"/>
            <a:ext cx="8272212"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70DB943-D34E-498D-BB5B-1BC0D01A4C3C}" type="datetime1">
              <a:rPr lang="en-US" smtClean="0"/>
              <a:t>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09628786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F88AC7-A362-47DE-B037-3A7E785BA73D}" type="datetime1">
              <a:rPr lang="en-US" smtClean="0"/>
              <a:t>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12267381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601201"/>
            <a:ext cx="2762042"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75893" y="933451"/>
            <a:ext cx="2273889" cy="1722419"/>
          </a:xfrm>
        </p:spPr>
        <p:txBody>
          <a:bodyPr anchor="b">
            <a:normAutofit/>
          </a:bodyPr>
          <a:lstStyle>
            <a:lvl1pPr algn="l">
              <a:defRPr sz="18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75697" y="1179829"/>
            <a:ext cx="4988243" cy="4658216"/>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5893" y="2836655"/>
            <a:ext cx="2273889" cy="3001392"/>
          </a:xfrm>
        </p:spPr>
        <p:txBody>
          <a:bodyPr anchor="t">
            <a:normAutofit/>
          </a:bodyPr>
          <a:lstStyle>
            <a:lvl1pPr marL="0" indent="0" algn="l">
              <a:buNone/>
              <a:defRPr sz="1200">
                <a:solidFill>
                  <a:srgbClr val="FFFFFF"/>
                </a:solidFill>
              </a:defRPr>
            </a:lvl1pPr>
            <a:lvl2pPr marL="342897" indent="0">
              <a:buNone/>
              <a:defRPr sz="826"/>
            </a:lvl2pPr>
            <a:lvl3pPr marL="685793" indent="0">
              <a:buNone/>
              <a:defRPr sz="750"/>
            </a:lvl3pPr>
            <a:lvl4pPr marL="1028690" indent="0">
              <a:buNone/>
              <a:defRPr sz="676"/>
            </a:lvl4pPr>
            <a:lvl5pPr marL="1371586" indent="0">
              <a:buNone/>
              <a:defRPr sz="676"/>
            </a:lvl5pPr>
            <a:lvl6pPr marL="1714483" indent="0">
              <a:buNone/>
              <a:defRPr sz="676"/>
            </a:lvl6pPr>
            <a:lvl7pPr marL="2057379" indent="0">
              <a:buNone/>
              <a:defRPr sz="676"/>
            </a:lvl7pPr>
            <a:lvl8pPr marL="2400276" indent="0">
              <a:buNone/>
              <a:defRPr sz="676"/>
            </a:lvl8pPr>
            <a:lvl9pPr marL="2743173" indent="0">
              <a:buNone/>
              <a:defRPr sz="676"/>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704464" y="6456916"/>
            <a:ext cx="2133599" cy="365125"/>
          </a:xfrm>
        </p:spPr>
        <p:txBody>
          <a:bodyPr/>
          <a:lstStyle/>
          <a:p>
            <a:fld id="{1E09BAED-B7FC-4220-8037-60663F890984}" type="datetime1">
              <a:rPr lang="en-US" smtClean="0"/>
              <a:t>2/9/2026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435894" y="6452591"/>
            <a:ext cx="5187908" cy="365125"/>
          </a:xfr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918726" y="6456916"/>
            <a:ext cx="789382" cy="365125"/>
          </a:xfrm>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4096088853"/>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4693389"/>
            <a:ext cx="8272212" cy="566739"/>
          </a:xfrm>
        </p:spPr>
        <p:txBody>
          <a:bodyPr anchor="b">
            <a:normAutofit/>
          </a:bodyPr>
          <a:lstStyle>
            <a:lvl1pPr algn="l">
              <a:defRPr sz="18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4" y="641352"/>
            <a:ext cx="8468144" cy="3651249"/>
          </a:xfrm>
        </p:spPr>
        <p:txBody>
          <a:bodyPr anchor="t">
            <a:normAutofit/>
          </a:bodyPr>
          <a:lstStyle>
            <a:lvl1pPr marL="0" indent="0" algn="ctr">
              <a:buNone/>
              <a:defRPr sz="1200"/>
            </a:lvl1pPr>
            <a:lvl2pPr marL="342897" indent="0">
              <a:buNone/>
              <a:defRPr sz="1200"/>
            </a:lvl2pPr>
            <a:lvl3pPr marL="685793" indent="0">
              <a:buNone/>
              <a:defRPr sz="1200"/>
            </a:lvl3pPr>
            <a:lvl4pPr marL="1028690" indent="0">
              <a:buNone/>
              <a:defRPr sz="1200"/>
            </a:lvl4pPr>
            <a:lvl5pPr marL="1371586" indent="0">
              <a:buNone/>
              <a:defRPr sz="1200"/>
            </a:lvl5pPr>
            <a:lvl6pPr marL="1714483" indent="0">
              <a:buNone/>
              <a:defRPr sz="1200"/>
            </a:lvl6pPr>
            <a:lvl7pPr marL="2057379" indent="0">
              <a:buNone/>
              <a:defRPr sz="1200"/>
            </a:lvl7pPr>
            <a:lvl8pPr marL="2400276" indent="0">
              <a:buNone/>
              <a:defRPr sz="1200"/>
            </a:lvl8pPr>
            <a:lvl9pPr marL="2743173"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5" y="5260127"/>
            <a:ext cx="8272212" cy="998148"/>
          </a:xfrm>
        </p:spPr>
        <p:txBody>
          <a:bodyPr anchor="t">
            <a:normAutofit/>
          </a:bodyPr>
          <a:lstStyle>
            <a:lvl1pPr marL="0" indent="0">
              <a:buNone/>
              <a:defRPr sz="1200"/>
            </a:lvl1pPr>
            <a:lvl2pPr marL="342897" indent="0">
              <a:buNone/>
              <a:defRPr sz="900"/>
            </a:lvl2pPr>
            <a:lvl3pPr marL="685793" indent="0">
              <a:buNone/>
              <a:defRPr sz="750"/>
            </a:lvl3pPr>
            <a:lvl4pPr marL="1028690" indent="0">
              <a:buNone/>
              <a:defRPr sz="676"/>
            </a:lvl4pPr>
            <a:lvl5pPr marL="1371586" indent="0">
              <a:buNone/>
              <a:defRPr sz="676"/>
            </a:lvl5pPr>
            <a:lvl6pPr marL="1714483" indent="0">
              <a:buNone/>
              <a:defRPr sz="676"/>
            </a:lvl6pPr>
            <a:lvl7pPr marL="2057379" indent="0">
              <a:buNone/>
              <a:defRPr sz="676"/>
            </a:lvl7pPr>
            <a:lvl8pPr marL="2400276" indent="0">
              <a:buNone/>
              <a:defRPr sz="676"/>
            </a:lvl8pPr>
            <a:lvl9pPr marL="2743173" indent="0">
              <a:buNone/>
              <a:defRPr sz="676"/>
            </a:lvl9pPr>
          </a:lstStyle>
          <a:p>
            <a:pPr lvl="0"/>
            <a:r>
              <a:rPr lang="en-US"/>
              <a:t>Click to edit Master text styles</a:t>
            </a:r>
          </a:p>
        </p:txBody>
      </p:sp>
      <p:sp>
        <p:nvSpPr>
          <p:cNvPr id="5" name="Date Placeholder 4"/>
          <p:cNvSpPr>
            <a:spLocks noGrp="1"/>
          </p:cNvSpPr>
          <p:nvPr>
            <p:ph type="dt" sz="half" idx="10"/>
          </p:nvPr>
        </p:nvSpPr>
        <p:spPr/>
        <p:txBody>
          <a:bodyPr/>
          <a:lstStyle/>
          <a:p>
            <a:fld id="{BB3C0B96-D43B-410F-A514-3967CACDF6C4}" type="datetime1">
              <a:rPr lang="en-US" smtClean="0"/>
              <a:t>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271658394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435895" y="702156"/>
            <a:ext cx="8272212"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63DFB46-027F-4778-8182-714012A6E051}" type="datetime1">
              <a:rPr lang="en-US" smtClean="0"/>
              <a:t>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330106846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043613" y="599726"/>
            <a:ext cx="2765487" cy="58169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53151" y="863601"/>
            <a:ext cx="2343150" cy="4807327"/>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81193" y="863601"/>
            <a:ext cx="5371219" cy="4807327"/>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34901" y="457200"/>
            <a:ext cx="277749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6031611" y="453643"/>
            <a:ext cx="2777490" cy="9855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770FD05A-9631-4BEE-9AA4-5575ADA850E9}" type="datetime1">
              <a:rPr lang="en-US" smtClean="0"/>
              <a:t>2/9/2026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127DDC20-79C9-9647-820E-6D40A3D210C3}" type="slidenum">
              <a:rPr lang="en-US" smtClean="0"/>
              <a:pPr/>
              <a:t>‹#›</a:t>
            </a:fld>
            <a:endParaRPr lang="en-US"/>
          </a:p>
        </p:txBody>
      </p:sp>
    </p:spTree>
    <p:extLst>
      <p:ext uri="{BB962C8B-B14F-4D97-AF65-F5344CB8AC3E}">
        <p14:creationId xmlns:p14="http://schemas.microsoft.com/office/powerpoint/2010/main" val="124654530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334902" y="3085764"/>
            <a:ext cx="8474199"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435893" y="1020432"/>
            <a:ext cx="8245162" cy="1475013"/>
          </a:xfrm>
          <a:effectLst/>
        </p:spPr>
        <p:txBody>
          <a:bodyPr anchor="b">
            <a:normAutofit/>
          </a:bodyPr>
          <a:lstStyle>
            <a:lvl1pPr>
              <a:defRPr sz="270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435896" y="2495446"/>
            <a:ext cx="8245160" cy="590321"/>
          </a:xfrm>
        </p:spPr>
        <p:txBody>
          <a:bodyPr anchor="t">
            <a:normAutofit/>
          </a:bodyPr>
          <a:lstStyle>
            <a:lvl1pPr marL="0" indent="0" algn="l">
              <a:buNone/>
              <a:defRPr sz="1200" cap="all">
                <a:solidFill>
                  <a:schemeClr val="accent1"/>
                </a:solidFill>
              </a:defRPr>
            </a:lvl1pPr>
            <a:lvl2pPr marL="342897" indent="0" algn="ctr">
              <a:buNone/>
              <a:defRPr>
                <a:solidFill>
                  <a:schemeClr val="tx1">
                    <a:tint val="75000"/>
                  </a:schemeClr>
                </a:solidFill>
              </a:defRPr>
            </a:lvl2pPr>
            <a:lvl3pPr marL="685793" indent="0" algn="ctr">
              <a:buNone/>
              <a:defRPr>
                <a:solidFill>
                  <a:schemeClr val="tx1">
                    <a:tint val="75000"/>
                  </a:schemeClr>
                </a:solidFill>
              </a:defRPr>
            </a:lvl3pPr>
            <a:lvl4pPr marL="1028690" indent="0" algn="ctr">
              <a:buNone/>
              <a:defRPr>
                <a:solidFill>
                  <a:schemeClr val="tx1">
                    <a:tint val="75000"/>
                  </a:schemeClr>
                </a:solidFill>
              </a:defRPr>
            </a:lvl4pPr>
            <a:lvl5pPr marL="1371586" indent="0" algn="ctr">
              <a:buNone/>
              <a:defRPr>
                <a:solidFill>
                  <a:schemeClr val="tx1">
                    <a:tint val="75000"/>
                  </a:schemeClr>
                </a:solidFill>
              </a:defRPr>
            </a:lvl5pPr>
            <a:lvl6pPr marL="1714483" indent="0" algn="ctr">
              <a:buNone/>
              <a:defRPr>
                <a:solidFill>
                  <a:schemeClr val="tx1">
                    <a:tint val="75000"/>
                  </a:schemeClr>
                </a:solidFill>
              </a:defRPr>
            </a:lvl6pPr>
            <a:lvl7pPr marL="2057379" indent="0" algn="ctr">
              <a:buNone/>
              <a:defRPr>
                <a:solidFill>
                  <a:schemeClr val="tx1">
                    <a:tint val="75000"/>
                  </a:schemeClr>
                </a:solidFill>
              </a:defRPr>
            </a:lvl7pPr>
            <a:lvl8pPr marL="2400276" indent="0" algn="ctr">
              <a:buNone/>
              <a:defRPr>
                <a:solidFill>
                  <a:schemeClr val="tx1">
                    <a:tint val="75000"/>
                  </a:schemeClr>
                </a:solidFill>
              </a:defRPr>
            </a:lvl8pPr>
            <a:lvl9pPr marL="2743173" indent="0" algn="ctr">
              <a:buNone/>
              <a:defRPr>
                <a:solidFill>
                  <a:schemeClr val="tx1">
                    <a:tint val="75000"/>
                  </a:schemeClr>
                </a:solidFill>
              </a:defRPr>
            </a:lvl9pPr>
          </a:lstStyle>
          <a:p>
            <a:r>
              <a:rPr lang="en-US"/>
              <a:t>Click to edit Master subtitle style</a:t>
            </a:r>
            <a:endParaRPr lang="en-US" dirty="0"/>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2/9/2026</a:t>
            </a:fld>
            <a:endParaRPr lang="en-US" dirty="0"/>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49760511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02156"/>
            <a:ext cx="8272212" cy="1188720"/>
          </a:xfrm>
        </p:spPr>
        <p:txBody>
          <a:bodyPr/>
          <a:lstStyle/>
          <a:p>
            <a:r>
              <a:rPr lang="en-US"/>
              <a:t>Click to edit Master title style</a:t>
            </a:r>
            <a:endParaRPr lang="en-US" dirty="0"/>
          </a:p>
        </p:txBody>
      </p:sp>
      <p:sp>
        <p:nvSpPr>
          <p:cNvPr id="3" name="Content Placeholder 2"/>
          <p:cNvSpPr>
            <a:spLocks noGrp="1"/>
          </p:cNvSpPr>
          <p:nvPr>
            <p:ph idx="1"/>
          </p:nvPr>
        </p:nvSpPr>
        <p:spPr>
          <a:xfrm>
            <a:off x="435895" y="2340865"/>
            <a:ext cx="8272211" cy="3634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2/9/2026</a:t>
            </a:fld>
            <a:endParaRPr lang="en-US" dirty="0"/>
          </a:p>
        </p:txBody>
      </p:sp>
      <p:sp>
        <p:nvSpPr>
          <p:cNvPr id="9" name="Footer Placeholder 8">
            <a:extLst>
              <a:ext uri="{FF2B5EF4-FFF2-40B4-BE49-F238E27FC236}">
                <a16:creationId xmlns:a16="http://schemas.microsoft.com/office/drawing/2014/main" id="{1356D3B5-6063-4A89-B88F-9D3043916FF8}"/>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02B78BF7-69D3-4CE0-A631-50EFD41EEEB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78373745"/>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335863" y="5141975"/>
            <a:ext cx="8468146"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435896" y="2393951"/>
            <a:ext cx="8272211" cy="2147467"/>
          </a:xfrm>
        </p:spPr>
        <p:txBody>
          <a:bodyPr anchor="b">
            <a:normAutofit/>
          </a:bodyPr>
          <a:lstStyle>
            <a:lvl1pPr algn="l">
              <a:defRPr sz="2700" b="0" cap="all">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435895" y="4541418"/>
            <a:ext cx="8272211" cy="600556"/>
          </a:xfrm>
        </p:spPr>
        <p:txBody>
          <a:bodyPr anchor="t">
            <a:normAutofit/>
          </a:bodyPr>
          <a:lstStyle>
            <a:lvl1pPr marL="0" indent="0" algn="l">
              <a:buNone/>
              <a:defRPr sz="1350" cap="all">
                <a:solidFill>
                  <a:schemeClr val="accent1"/>
                </a:solidFill>
              </a:defRPr>
            </a:lvl1pPr>
            <a:lvl2pPr marL="342897" indent="0">
              <a:buNone/>
              <a:defRPr sz="1350">
                <a:solidFill>
                  <a:schemeClr val="tx1">
                    <a:tint val="75000"/>
                  </a:schemeClr>
                </a:solidFill>
              </a:defRPr>
            </a:lvl2pPr>
            <a:lvl3pPr marL="685793" indent="0">
              <a:buNone/>
              <a:defRPr sz="1200">
                <a:solidFill>
                  <a:schemeClr val="tx1">
                    <a:tint val="75000"/>
                  </a:schemeClr>
                </a:solidFill>
              </a:defRPr>
            </a:lvl3pPr>
            <a:lvl4pPr marL="1028690" indent="0">
              <a:buNone/>
              <a:defRPr sz="1050">
                <a:solidFill>
                  <a:schemeClr val="tx1">
                    <a:tint val="75000"/>
                  </a:schemeClr>
                </a:solidFill>
              </a:defRPr>
            </a:lvl4pPr>
            <a:lvl5pPr marL="1371586" indent="0">
              <a:buNone/>
              <a:defRPr sz="1050">
                <a:solidFill>
                  <a:schemeClr val="tx1">
                    <a:tint val="75000"/>
                  </a:schemeClr>
                </a:solidFill>
              </a:defRPr>
            </a:lvl5pPr>
            <a:lvl6pPr marL="1714483" indent="0">
              <a:buNone/>
              <a:defRPr sz="1050">
                <a:solidFill>
                  <a:schemeClr val="tx1">
                    <a:tint val="75000"/>
                  </a:schemeClr>
                </a:solidFill>
              </a:defRPr>
            </a:lvl6pPr>
            <a:lvl7pPr marL="2057379" indent="0">
              <a:buNone/>
              <a:defRPr sz="1050">
                <a:solidFill>
                  <a:schemeClr val="tx1">
                    <a:tint val="75000"/>
                  </a:schemeClr>
                </a:solidFill>
              </a:defRPr>
            </a:lvl7pPr>
            <a:lvl8pPr marL="2400276" indent="0">
              <a:buNone/>
              <a:defRPr sz="1050">
                <a:solidFill>
                  <a:schemeClr val="tx1">
                    <a:tint val="75000"/>
                  </a:schemeClr>
                </a:solidFill>
              </a:defRPr>
            </a:lvl8pPr>
            <a:lvl9pPr marL="2743173" indent="0">
              <a:buNone/>
              <a:defRPr sz="105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2/9/2026</a:t>
            </a:fld>
            <a:endParaRPr lang="en-US" dirty="0"/>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1542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35895" y="729659"/>
            <a:ext cx="8272212"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35894" y="2228004"/>
            <a:ext cx="3896076"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12030" y="2228004"/>
            <a:ext cx="3896077"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BFFD690-9426-415D-8B65-26881E07B2D4}" type="datetime1">
              <a:rPr lang="en-US" smtClean="0"/>
              <a:t>2/9/2026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4153277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435895" y="729659"/>
            <a:ext cx="8272212"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35894" y="2250891"/>
            <a:ext cx="3896077" cy="557784"/>
          </a:xfrm>
        </p:spPr>
        <p:txBody>
          <a:bodyPr anchor="ctr">
            <a:noAutofit/>
          </a:bodyPr>
          <a:lstStyle>
            <a:lvl1pPr marL="0" indent="0">
              <a:buNone/>
              <a:defRPr sz="1500" b="0">
                <a:solidFill>
                  <a:schemeClr val="tx1">
                    <a:lumMod val="75000"/>
                    <a:lumOff val="25000"/>
                  </a:schemeClr>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lvl="0"/>
            <a:r>
              <a:rPr lang="en-US"/>
              <a:t>Click to edit Master text styles</a:t>
            </a:r>
          </a:p>
        </p:txBody>
      </p:sp>
      <p:sp>
        <p:nvSpPr>
          <p:cNvPr id="4" name="Content Placeholder 3"/>
          <p:cNvSpPr>
            <a:spLocks noGrp="1"/>
          </p:cNvSpPr>
          <p:nvPr>
            <p:ph sz="half" idx="2"/>
          </p:nvPr>
        </p:nvSpPr>
        <p:spPr>
          <a:xfrm>
            <a:off x="435896" y="2926054"/>
            <a:ext cx="3896074"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12029" y="2250892"/>
            <a:ext cx="3896078" cy="553373"/>
          </a:xfrm>
        </p:spPr>
        <p:txBody>
          <a:bodyPr anchor="ctr">
            <a:noAutofit/>
          </a:bodyPr>
          <a:lstStyle>
            <a:lvl1pPr marL="0" marR="0" indent="0" algn="l" defTabSz="342897"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sz="1500" b="0">
                <a:solidFill>
                  <a:schemeClr val="tx1">
                    <a:lumMod val="75000"/>
                    <a:lumOff val="25000"/>
                  </a:schemeClr>
                </a:solidFill>
              </a:defRPr>
            </a:lvl1pPr>
            <a:lvl2pPr marL="342897" indent="0">
              <a:buNone/>
              <a:defRPr sz="1500" b="1"/>
            </a:lvl2pPr>
            <a:lvl3pPr marL="685793" indent="0">
              <a:buNone/>
              <a:defRPr sz="1350" b="1"/>
            </a:lvl3pPr>
            <a:lvl4pPr marL="1028690" indent="0">
              <a:buNone/>
              <a:defRPr sz="1200" b="1"/>
            </a:lvl4pPr>
            <a:lvl5pPr marL="1371586" indent="0">
              <a:buNone/>
              <a:defRPr sz="1200" b="1"/>
            </a:lvl5pPr>
            <a:lvl6pPr marL="1714483" indent="0">
              <a:buNone/>
              <a:defRPr sz="1200" b="1"/>
            </a:lvl6pPr>
            <a:lvl7pPr marL="2057379" indent="0">
              <a:buNone/>
              <a:defRPr sz="1200" b="1"/>
            </a:lvl7pPr>
            <a:lvl8pPr marL="2400276" indent="0">
              <a:buNone/>
              <a:defRPr sz="1200" b="1"/>
            </a:lvl8pPr>
            <a:lvl9pPr marL="2743173" indent="0">
              <a:buNone/>
              <a:defRPr sz="1200" b="1"/>
            </a:lvl9pPr>
          </a:lstStyle>
          <a:p>
            <a:pPr marL="0" marR="0" lvl="0" indent="0" algn="l" defTabSz="342897" rtl="0" eaLnBrk="1" fontAlgn="auto" latinLnBrk="0" hangingPunct="1">
              <a:lnSpc>
                <a:spcPct val="100000"/>
              </a:lnSpc>
              <a:spcBef>
                <a:spcPct val="20000"/>
              </a:spcBef>
              <a:spcAft>
                <a:spcPts val="45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4812029" y="2926054"/>
            <a:ext cx="3896078"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C4989A-474C-40DE-95B9-011C28B71673}" type="datetime1">
              <a:rPr lang="en-US" smtClean="0"/>
              <a:t>2/9/2026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9008384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431921" y="729659"/>
            <a:ext cx="8272212"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DB4ED54-5B5E-4A04-93D3-5772E3CE3818}" type="datetime1">
              <a:rPr lang="en-US" smtClean="0"/>
              <a:t>2/9/2026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667378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2/9/2026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29221601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335863" y="601201"/>
            <a:ext cx="2762042"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75893" y="933451"/>
            <a:ext cx="2273889" cy="1722419"/>
          </a:xfrm>
        </p:spPr>
        <p:txBody>
          <a:bodyPr anchor="b">
            <a:normAutofit/>
          </a:bodyPr>
          <a:lstStyle>
            <a:lvl1pPr algn="l">
              <a:defRPr sz="18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3675697" y="1179829"/>
            <a:ext cx="4988243" cy="4658216"/>
          </a:xfrm>
        </p:spPr>
        <p:txBody>
          <a:bodyPr anchor="ctr">
            <a:normAutofit/>
          </a:bodyPr>
          <a:lstStyle>
            <a:lvl1pPr>
              <a:defRPr sz="1500">
                <a:solidFill>
                  <a:schemeClr val="tx2"/>
                </a:solidFill>
              </a:defRPr>
            </a:lvl1pPr>
            <a:lvl2pPr>
              <a:defRPr sz="1350">
                <a:solidFill>
                  <a:schemeClr val="tx2"/>
                </a:solidFill>
              </a:defRPr>
            </a:lvl2pPr>
            <a:lvl3pPr>
              <a:defRPr sz="1200">
                <a:solidFill>
                  <a:schemeClr val="tx2"/>
                </a:solidFill>
              </a:defRPr>
            </a:lvl3pPr>
            <a:lvl4pPr>
              <a:defRPr sz="1050">
                <a:solidFill>
                  <a:schemeClr val="tx2"/>
                </a:solidFill>
              </a:defRPr>
            </a:lvl4pPr>
            <a:lvl5pPr>
              <a:defRPr sz="1050">
                <a:solidFill>
                  <a:schemeClr val="tx2"/>
                </a:solidFill>
              </a:defRPr>
            </a:lvl5pPr>
            <a:lvl6pPr>
              <a:defRPr sz="1050">
                <a:solidFill>
                  <a:schemeClr val="tx2"/>
                </a:solidFill>
              </a:defRPr>
            </a:lvl6pPr>
            <a:lvl7pPr>
              <a:defRPr sz="1050">
                <a:solidFill>
                  <a:schemeClr val="tx2"/>
                </a:solidFill>
              </a:defRPr>
            </a:lvl7pPr>
            <a:lvl8pPr>
              <a:defRPr sz="1050">
                <a:solidFill>
                  <a:schemeClr val="tx2"/>
                </a:solidFill>
              </a:defRPr>
            </a:lvl8pPr>
            <a:lvl9pPr>
              <a:defRPr sz="105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5893" y="2836655"/>
            <a:ext cx="2273889" cy="3001392"/>
          </a:xfrm>
        </p:spPr>
        <p:txBody>
          <a:bodyPr anchor="t">
            <a:normAutofit/>
          </a:bodyPr>
          <a:lstStyle>
            <a:lvl1pPr marL="0" indent="0" algn="l">
              <a:buNone/>
              <a:defRPr sz="1200">
                <a:solidFill>
                  <a:srgbClr val="FFFFFF"/>
                </a:solidFill>
              </a:defRPr>
            </a:lvl1pPr>
            <a:lvl2pPr marL="342897" indent="0">
              <a:buNone/>
              <a:defRPr sz="826"/>
            </a:lvl2pPr>
            <a:lvl3pPr marL="685793" indent="0">
              <a:buNone/>
              <a:defRPr sz="750"/>
            </a:lvl3pPr>
            <a:lvl4pPr marL="1028690" indent="0">
              <a:buNone/>
              <a:defRPr sz="676"/>
            </a:lvl4pPr>
            <a:lvl5pPr marL="1371586" indent="0">
              <a:buNone/>
              <a:defRPr sz="676"/>
            </a:lvl5pPr>
            <a:lvl6pPr marL="1714483" indent="0">
              <a:buNone/>
              <a:defRPr sz="676"/>
            </a:lvl6pPr>
            <a:lvl7pPr marL="2057379" indent="0">
              <a:buNone/>
              <a:defRPr sz="676"/>
            </a:lvl7pPr>
            <a:lvl8pPr marL="2400276" indent="0">
              <a:buNone/>
              <a:defRPr sz="676"/>
            </a:lvl8pPr>
            <a:lvl9pPr marL="2743173" indent="0">
              <a:buNone/>
              <a:defRPr sz="676"/>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5704464" y="6456916"/>
            <a:ext cx="2133599" cy="365125"/>
          </a:xfrm>
        </p:spPr>
        <p:txBody>
          <a:bodyPr/>
          <a:lstStyle/>
          <a:p>
            <a:fld id="{D82884F1-FFEA-405F-9602-3DCA865EDA4E}" type="datetime1">
              <a:rPr lang="en-US" smtClean="0"/>
              <a:t>2/9/2026</a:t>
            </a:fld>
            <a:endParaRPr lang="en-US" dirty="0"/>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435894" y="6452591"/>
            <a:ext cx="5187908" cy="365125"/>
          </a:xfrm>
        </p:spPr>
        <p:txBody>
          <a:bodyPr/>
          <a:lstStyle/>
          <a:p>
            <a:endParaRPr lang="en-US" dirty="0"/>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7918726" y="6456916"/>
            <a:ext cx="789382" cy="365125"/>
          </a:xfrm>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51896951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35895" y="4693389"/>
            <a:ext cx="8272212" cy="566739"/>
          </a:xfrm>
        </p:spPr>
        <p:txBody>
          <a:bodyPr anchor="b">
            <a:normAutofit/>
          </a:bodyPr>
          <a:lstStyle>
            <a:lvl1pPr algn="l">
              <a:defRPr sz="1800" b="0">
                <a:solidFill>
                  <a:schemeClr val="tx1">
                    <a:lumMod val="75000"/>
                    <a:lumOff val="25000"/>
                  </a:schemeClr>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335864" y="641352"/>
            <a:ext cx="8468144" cy="3651249"/>
          </a:xfrm>
        </p:spPr>
        <p:txBody>
          <a:bodyPr anchor="t">
            <a:normAutofit/>
          </a:bodyPr>
          <a:lstStyle>
            <a:lvl1pPr marL="0" indent="0" algn="ctr">
              <a:buNone/>
              <a:defRPr sz="1200"/>
            </a:lvl1pPr>
            <a:lvl2pPr marL="342897" indent="0">
              <a:buNone/>
              <a:defRPr sz="1200"/>
            </a:lvl2pPr>
            <a:lvl3pPr marL="685793" indent="0">
              <a:buNone/>
              <a:defRPr sz="1200"/>
            </a:lvl3pPr>
            <a:lvl4pPr marL="1028690" indent="0">
              <a:buNone/>
              <a:defRPr sz="1200"/>
            </a:lvl4pPr>
            <a:lvl5pPr marL="1371586" indent="0">
              <a:buNone/>
              <a:defRPr sz="1200"/>
            </a:lvl5pPr>
            <a:lvl6pPr marL="1714483" indent="0">
              <a:buNone/>
              <a:defRPr sz="1200"/>
            </a:lvl6pPr>
            <a:lvl7pPr marL="2057379" indent="0">
              <a:buNone/>
              <a:defRPr sz="1200"/>
            </a:lvl7pPr>
            <a:lvl8pPr marL="2400276" indent="0">
              <a:buNone/>
              <a:defRPr sz="1200"/>
            </a:lvl8pPr>
            <a:lvl9pPr marL="2743173"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435895" y="5260127"/>
            <a:ext cx="8272212" cy="998148"/>
          </a:xfrm>
        </p:spPr>
        <p:txBody>
          <a:bodyPr anchor="t">
            <a:normAutofit/>
          </a:bodyPr>
          <a:lstStyle>
            <a:lvl1pPr marL="0" indent="0">
              <a:buNone/>
              <a:defRPr sz="1200"/>
            </a:lvl1pPr>
            <a:lvl2pPr marL="342897" indent="0">
              <a:buNone/>
              <a:defRPr sz="900"/>
            </a:lvl2pPr>
            <a:lvl3pPr marL="685793" indent="0">
              <a:buNone/>
              <a:defRPr sz="750"/>
            </a:lvl3pPr>
            <a:lvl4pPr marL="1028690" indent="0">
              <a:buNone/>
              <a:defRPr sz="676"/>
            </a:lvl4pPr>
            <a:lvl5pPr marL="1371586" indent="0">
              <a:buNone/>
              <a:defRPr sz="676"/>
            </a:lvl5pPr>
            <a:lvl6pPr marL="1714483" indent="0">
              <a:buNone/>
              <a:defRPr sz="676"/>
            </a:lvl6pPr>
            <a:lvl7pPr marL="2057379" indent="0">
              <a:buNone/>
              <a:defRPr sz="676"/>
            </a:lvl7pPr>
            <a:lvl8pPr marL="2400276" indent="0">
              <a:buNone/>
              <a:defRPr sz="676"/>
            </a:lvl8pPr>
            <a:lvl9pPr marL="2743173" indent="0">
              <a:buNone/>
              <a:defRPr sz="676"/>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2/9/2026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091439014"/>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435895" y="702156"/>
            <a:ext cx="8272212"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ED4963-E985-44C4-B8C4-FDD613B7C2F8}" type="datetime1">
              <a:rPr lang="en-US" smtClean="0"/>
              <a:t>2/9/2026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1536588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6043613" y="599726"/>
            <a:ext cx="2765487" cy="5816951"/>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6153151" y="863601"/>
            <a:ext cx="2343150" cy="4807327"/>
          </a:xfrm>
        </p:spPr>
        <p:txBody>
          <a:bodyPr vert="eaVert" anchor="ctr"/>
          <a:lstStyle>
            <a:lvl1pPr>
              <a:defRPr>
                <a:solidFill>
                  <a:srgbClr val="FFFFFF"/>
                </a:solidFil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581193" y="863601"/>
            <a:ext cx="5371219" cy="4807327"/>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Rectangle 7">
            <a:extLst>
              <a:ext uri="{FF2B5EF4-FFF2-40B4-BE49-F238E27FC236}">
                <a16:creationId xmlns:a16="http://schemas.microsoft.com/office/drawing/2014/main" id="{F6423B97-A5D4-47B9-8861-73B3707A04CF}"/>
              </a:ext>
            </a:extLst>
          </p:cNvPr>
          <p:cNvSpPr/>
          <p:nvPr/>
        </p:nvSpPr>
        <p:spPr>
          <a:xfrm>
            <a:off x="334901" y="457200"/>
            <a:ext cx="277749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6031611" y="453643"/>
            <a:ext cx="2777490" cy="9855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2/9/2026</a:t>
            </a:fld>
            <a:endParaRPr lang="en-US" dirty="0"/>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p:txBody>
          <a:bodyPr/>
          <a:lstStyle/>
          <a:p>
            <a:endParaRPr lang="en-US" dirty="0"/>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96732426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matchingName="Title and body 1" preserve="1">
  <p:cSld name="Title and body 1">
    <p:spTree>
      <p:nvGrpSpPr>
        <p:cNvPr id="1" name="Shape 11"/>
        <p:cNvGrpSpPr/>
        <p:nvPr/>
      </p:nvGrpSpPr>
      <p:grpSpPr>
        <a:xfrm>
          <a:off x="0" y="0"/>
          <a:ext cx="0" cy="0"/>
          <a:chOff x="0" y="0"/>
          <a:chExt cx="0" cy="0"/>
        </a:xfrm>
      </p:grpSpPr>
      <p:sp>
        <p:nvSpPr>
          <p:cNvPr id="12" name="Google Shape;12;p2"/>
          <p:cNvSpPr txBox="1">
            <a:spLocks noGrp="1"/>
          </p:cNvSpPr>
          <p:nvPr>
            <p:ph type="title"/>
          </p:nvPr>
        </p:nvSpPr>
        <p:spPr>
          <a:xfrm>
            <a:off x="311700" y="796567"/>
            <a:ext cx="8520600" cy="763600"/>
          </a:xfrm>
          <a:prstGeom prst="rect">
            <a:avLst/>
          </a:prstGeom>
        </p:spPr>
        <p:txBody>
          <a:bodyPr spcFirstLastPara="1" wrap="square" lIns="91425" tIns="91425" rIns="91425" bIns="91425" anchor="t" anchorCtr="0">
            <a:normAutofit/>
          </a:bodyPr>
          <a:lstStyle>
            <a:lvl1pPr lvl="0" rtl="0">
              <a:spcBef>
                <a:spcPts val="0"/>
              </a:spcBef>
              <a:spcAft>
                <a:spcPts val="0"/>
              </a:spcAft>
              <a:buSzPts val="2200"/>
              <a:buFont typeface="Arial Black"/>
              <a:buNone/>
              <a:defRPr>
                <a:latin typeface="Arial Black"/>
                <a:ea typeface="Arial Black"/>
                <a:cs typeface="Arial Black"/>
                <a:sym typeface="Arial Black"/>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r>
              <a:rPr lang="en-US"/>
              <a:t>Click to edit Master title style</a:t>
            </a:r>
            <a:endParaRPr/>
          </a:p>
        </p:txBody>
      </p:sp>
    </p:spTree>
    <p:extLst>
      <p:ext uri="{BB962C8B-B14F-4D97-AF65-F5344CB8AC3E}">
        <p14:creationId xmlns:p14="http://schemas.microsoft.com/office/powerpoint/2010/main" val="3157744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theme" Target="../theme/theme3.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13" Type="http://schemas.openxmlformats.org/officeDocument/2006/relationships/theme" Target="../theme/theme6.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slideLayout" Target="../slideLayouts/slideLayout68.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5" y="705124"/>
            <a:ext cx="8272212" cy="118955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5" y="2336003"/>
            <a:ext cx="8272212"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6423915"/>
            <a:ext cx="2133599" cy="365125"/>
          </a:xfrm>
          <a:prstGeom prst="rect">
            <a:avLst/>
          </a:prstGeom>
        </p:spPr>
        <p:txBody>
          <a:bodyPr vert="horz" lIns="91440" tIns="45720" rIns="91440" bIns="45720" rtlCol="0" anchor="ctr"/>
          <a:lstStyle>
            <a:lvl1pPr algn="r">
              <a:defRPr sz="676">
                <a:solidFill>
                  <a:schemeClr val="tx1">
                    <a:lumMod val="75000"/>
                    <a:lumOff val="25000"/>
                  </a:schemeClr>
                </a:solidFill>
              </a:defRPr>
            </a:lvl1pPr>
          </a:lstStyle>
          <a:p>
            <a:fld id="{5BCAD085-E8A6-8845-BD4E-CB4CCA059FC4}" type="datetimeFigureOut">
              <a:rPr lang="en-US" smtClean="0"/>
              <a:t>2/9/2026</a:t>
            </a:fld>
            <a:endParaRPr lang="en-US"/>
          </a:p>
        </p:txBody>
      </p:sp>
      <p:sp>
        <p:nvSpPr>
          <p:cNvPr id="5" name="Footer Placeholder 4"/>
          <p:cNvSpPr>
            <a:spLocks noGrp="1"/>
          </p:cNvSpPr>
          <p:nvPr>
            <p:ph type="ftr" sz="quarter" idx="3"/>
          </p:nvPr>
        </p:nvSpPr>
        <p:spPr>
          <a:xfrm>
            <a:off x="435894" y="6423915"/>
            <a:ext cx="5187908" cy="365125"/>
          </a:xfrm>
          <a:prstGeom prst="rect">
            <a:avLst/>
          </a:prstGeom>
        </p:spPr>
        <p:txBody>
          <a:bodyPr vert="horz" lIns="91440" tIns="45720" rIns="91440" bIns="45720" rtlCol="0" anchor="ctr"/>
          <a:lstStyle>
            <a:lvl1pPr algn="l">
              <a:defRPr sz="676"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918726" y="6423915"/>
            <a:ext cx="789382" cy="365125"/>
          </a:xfrm>
          <a:prstGeom prst="rect">
            <a:avLst/>
          </a:prstGeom>
        </p:spPr>
        <p:txBody>
          <a:bodyPr vert="horz" lIns="91440" tIns="45720" rIns="91440" bIns="45720" rtlCol="0" anchor="ctr"/>
          <a:lstStyle>
            <a:lvl1pPr algn="r">
              <a:defRPr sz="676">
                <a:solidFill>
                  <a:schemeClr val="tx1">
                    <a:lumMod val="75000"/>
                    <a:lumOff val="25000"/>
                  </a:schemeClr>
                </a:solidFill>
              </a:defRPr>
            </a:lvl1pPr>
          </a:lstStyle>
          <a:p>
            <a:fld id="{C1FF6DA9-008F-8B48-92A6-B652298478BF}" type="slidenum">
              <a:rPr lang="en-US" smtClean="0"/>
              <a:t>‹#›</a:t>
            </a:fld>
            <a:endParaRPr lang="en-US"/>
          </a:p>
        </p:txBody>
      </p:sp>
      <p:sp>
        <p:nvSpPr>
          <p:cNvPr id="9" name="Rectangle 8"/>
          <p:cNvSpPr/>
          <p:nvPr/>
        </p:nvSpPr>
        <p:spPr>
          <a:xfrm>
            <a:off x="334901"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6031611" y="453643"/>
            <a:ext cx="2777490" cy="98555"/>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2285850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42897"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498" indent="-229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350" kern="1200">
          <a:solidFill>
            <a:schemeClr val="tx1">
              <a:lumMod val="75000"/>
              <a:lumOff val="25000"/>
            </a:schemeClr>
          </a:solidFill>
          <a:latin typeface="+mn-lt"/>
          <a:ea typeface="+mn-ea"/>
          <a:cs typeface="+mn-cs"/>
        </a:defRPr>
      </a:lvl1pPr>
      <a:lvl2pPr marL="472495" indent="-229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2pPr>
      <a:lvl3pPr marL="674993" indent="-202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050" kern="1200">
          <a:solidFill>
            <a:schemeClr val="tx1">
              <a:lumMod val="75000"/>
              <a:lumOff val="25000"/>
            </a:schemeClr>
          </a:solidFill>
          <a:latin typeface="+mn-lt"/>
          <a:ea typeface="+mn-ea"/>
          <a:cs typeface="+mn-cs"/>
        </a:defRPr>
      </a:lvl3pPr>
      <a:lvl4pPr marL="931491" indent="-175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900" kern="1200">
          <a:solidFill>
            <a:schemeClr val="tx1">
              <a:lumMod val="75000"/>
              <a:lumOff val="25000"/>
            </a:schemeClr>
          </a:solidFill>
          <a:latin typeface="+mn-lt"/>
          <a:ea typeface="+mn-ea"/>
          <a:cs typeface="+mn-cs"/>
        </a:defRPr>
      </a:lvl4pPr>
      <a:lvl5pPr marL="1201488" indent="-175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900" kern="1200">
          <a:solidFill>
            <a:schemeClr val="tx1">
              <a:lumMod val="75000"/>
              <a:lumOff val="25000"/>
            </a:schemeClr>
          </a:solidFill>
          <a:latin typeface="+mn-lt"/>
          <a:ea typeface="+mn-ea"/>
          <a:cs typeface="+mn-cs"/>
        </a:defRPr>
      </a:lvl5pPr>
      <a:lvl6pPr marL="1424986"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49984"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4981"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099979"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897" rtl="0" eaLnBrk="1" latinLnBrk="0" hangingPunct="1">
        <a:defRPr sz="1350" kern="1200">
          <a:solidFill>
            <a:schemeClr val="tx1"/>
          </a:solidFill>
          <a:latin typeface="+mn-lt"/>
          <a:ea typeface="+mn-ea"/>
          <a:cs typeface="+mn-cs"/>
        </a:defRPr>
      </a:lvl1pPr>
      <a:lvl2pPr marL="342897" algn="l" defTabSz="342897" rtl="0" eaLnBrk="1" latinLnBrk="0" hangingPunct="1">
        <a:defRPr sz="1350" kern="1200">
          <a:solidFill>
            <a:schemeClr val="tx1"/>
          </a:solidFill>
          <a:latin typeface="+mn-lt"/>
          <a:ea typeface="+mn-ea"/>
          <a:cs typeface="+mn-cs"/>
        </a:defRPr>
      </a:lvl2pPr>
      <a:lvl3pPr marL="685793" algn="l" defTabSz="342897" rtl="0" eaLnBrk="1" latinLnBrk="0" hangingPunct="1">
        <a:defRPr sz="1350" kern="1200">
          <a:solidFill>
            <a:schemeClr val="tx1"/>
          </a:solidFill>
          <a:latin typeface="+mn-lt"/>
          <a:ea typeface="+mn-ea"/>
          <a:cs typeface="+mn-cs"/>
        </a:defRPr>
      </a:lvl3pPr>
      <a:lvl4pPr marL="1028690" algn="l" defTabSz="342897" rtl="0" eaLnBrk="1" latinLnBrk="0" hangingPunct="1">
        <a:defRPr sz="1350" kern="1200">
          <a:solidFill>
            <a:schemeClr val="tx1"/>
          </a:solidFill>
          <a:latin typeface="+mn-lt"/>
          <a:ea typeface="+mn-ea"/>
          <a:cs typeface="+mn-cs"/>
        </a:defRPr>
      </a:lvl4pPr>
      <a:lvl5pPr marL="1371586" algn="l" defTabSz="342897" rtl="0" eaLnBrk="1" latinLnBrk="0" hangingPunct="1">
        <a:defRPr sz="1350" kern="1200">
          <a:solidFill>
            <a:schemeClr val="tx1"/>
          </a:solidFill>
          <a:latin typeface="+mn-lt"/>
          <a:ea typeface="+mn-ea"/>
          <a:cs typeface="+mn-cs"/>
        </a:defRPr>
      </a:lvl5pPr>
      <a:lvl6pPr marL="1714483" algn="l" defTabSz="342897" rtl="0" eaLnBrk="1" latinLnBrk="0" hangingPunct="1">
        <a:defRPr sz="1350" kern="1200">
          <a:solidFill>
            <a:schemeClr val="tx1"/>
          </a:solidFill>
          <a:latin typeface="+mn-lt"/>
          <a:ea typeface="+mn-ea"/>
          <a:cs typeface="+mn-cs"/>
        </a:defRPr>
      </a:lvl6pPr>
      <a:lvl7pPr marL="2057379" algn="l" defTabSz="342897" rtl="0" eaLnBrk="1" latinLnBrk="0" hangingPunct="1">
        <a:defRPr sz="1350" kern="1200">
          <a:solidFill>
            <a:schemeClr val="tx1"/>
          </a:solidFill>
          <a:latin typeface="+mn-lt"/>
          <a:ea typeface="+mn-ea"/>
          <a:cs typeface="+mn-cs"/>
        </a:defRPr>
      </a:lvl7pPr>
      <a:lvl8pPr marL="2400276" algn="l" defTabSz="342897" rtl="0" eaLnBrk="1" latinLnBrk="0" hangingPunct="1">
        <a:defRPr sz="1350" kern="1200">
          <a:solidFill>
            <a:schemeClr val="tx1"/>
          </a:solidFill>
          <a:latin typeface="+mn-lt"/>
          <a:ea typeface="+mn-ea"/>
          <a:cs typeface="+mn-cs"/>
        </a:defRPr>
      </a:lvl8pPr>
      <a:lvl9pPr marL="2743173" algn="l" defTabSz="342897"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5" y="705124"/>
            <a:ext cx="8272212" cy="118955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5" y="2336003"/>
            <a:ext cx="8272212"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6423915"/>
            <a:ext cx="2133599" cy="365125"/>
          </a:xfrm>
          <a:prstGeom prst="rect">
            <a:avLst/>
          </a:prstGeom>
        </p:spPr>
        <p:txBody>
          <a:bodyPr vert="horz" lIns="91440" tIns="45720" rIns="91440" bIns="45720" rtlCol="0" anchor="ctr"/>
          <a:lstStyle>
            <a:lvl1pPr algn="r">
              <a:defRPr sz="676">
                <a:solidFill>
                  <a:schemeClr val="tx1">
                    <a:lumMod val="75000"/>
                    <a:lumOff val="25000"/>
                  </a:schemeClr>
                </a:solidFill>
              </a:defRPr>
            </a:lvl1pPr>
          </a:lstStyle>
          <a:p>
            <a:fld id="{8234BEC2-5A9D-42E1-9C16-1E9F257755B7}" type="datetime1">
              <a:rPr lang="en-US" smtClean="0"/>
              <a:t>2/9/2026</a:t>
            </a:fld>
            <a:endParaRPr lang="en-US"/>
          </a:p>
        </p:txBody>
      </p:sp>
      <p:sp>
        <p:nvSpPr>
          <p:cNvPr id="5" name="Footer Placeholder 4"/>
          <p:cNvSpPr>
            <a:spLocks noGrp="1"/>
          </p:cNvSpPr>
          <p:nvPr>
            <p:ph type="ftr" sz="quarter" idx="3"/>
          </p:nvPr>
        </p:nvSpPr>
        <p:spPr>
          <a:xfrm>
            <a:off x="435894" y="6423915"/>
            <a:ext cx="5187908" cy="365125"/>
          </a:xfrm>
          <a:prstGeom prst="rect">
            <a:avLst/>
          </a:prstGeom>
        </p:spPr>
        <p:txBody>
          <a:bodyPr vert="horz" lIns="91440" tIns="45720" rIns="91440" bIns="45720" rtlCol="0" anchor="ctr"/>
          <a:lstStyle>
            <a:lvl1pPr algn="l">
              <a:defRPr sz="676"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918726" y="6423915"/>
            <a:ext cx="789382" cy="365125"/>
          </a:xfrm>
          <a:prstGeom prst="rect">
            <a:avLst/>
          </a:prstGeom>
        </p:spPr>
        <p:txBody>
          <a:bodyPr vert="horz" lIns="91440" tIns="45720" rIns="91440" bIns="45720" rtlCol="0" anchor="ctr"/>
          <a:lstStyle>
            <a:lvl1pPr algn="r">
              <a:defRPr sz="676">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34901"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6031611" y="453643"/>
            <a:ext cx="2777490" cy="98555"/>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246003861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342897"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498" indent="-229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350" kern="1200">
          <a:solidFill>
            <a:schemeClr val="tx1">
              <a:lumMod val="75000"/>
              <a:lumOff val="25000"/>
            </a:schemeClr>
          </a:solidFill>
          <a:latin typeface="+mn-lt"/>
          <a:ea typeface="+mn-ea"/>
          <a:cs typeface="+mn-cs"/>
        </a:defRPr>
      </a:lvl1pPr>
      <a:lvl2pPr marL="472495" indent="-229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2pPr>
      <a:lvl3pPr marL="674993" indent="-202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050" kern="1200">
          <a:solidFill>
            <a:schemeClr val="tx1">
              <a:lumMod val="75000"/>
              <a:lumOff val="25000"/>
            </a:schemeClr>
          </a:solidFill>
          <a:latin typeface="+mn-lt"/>
          <a:ea typeface="+mn-ea"/>
          <a:cs typeface="+mn-cs"/>
        </a:defRPr>
      </a:lvl3pPr>
      <a:lvl4pPr marL="931491" indent="-175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900" kern="1200">
          <a:solidFill>
            <a:schemeClr val="tx1">
              <a:lumMod val="75000"/>
              <a:lumOff val="25000"/>
            </a:schemeClr>
          </a:solidFill>
          <a:latin typeface="+mn-lt"/>
          <a:ea typeface="+mn-ea"/>
          <a:cs typeface="+mn-cs"/>
        </a:defRPr>
      </a:lvl4pPr>
      <a:lvl5pPr marL="1201488" indent="-175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900" kern="1200">
          <a:solidFill>
            <a:schemeClr val="tx1">
              <a:lumMod val="75000"/>
              <a:lumOff val="25000"/>
            </a:schemeClr>
          </a:solidFill>
          <a:latin typeface="+mn-lt"/>
          <a:ea typeface="+mn-ea"/>
          <a:cs typeface="+mn-cs"/>
        </a:defRPr>
      </a:lvl5pPr>
      <a:lvl6pPr marL="1424986"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49984"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4981"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099979"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897" rtl="0" eaLnBrk="1" latinLnBrk="0" hangingPunct="1">
        <a:defRPr sz="1350" kern="1200">
          <a:solidFill>
            <a:schemeClr val="tx1"/>
          </a:solidFill>
          <a:latin typeface="+mn-lt"/>
          <a:ea typeface="+mn-ea"/>
          <a:cs typeface="+mn-cs"/>
        </a:defRPr>
      </a:lvl1pPr>
      <a:lvl2pPr marL="342897" algn="l" defTabSz="342897" rtl="0" eaLnBrk="1" latinLnBrk="0" hangingPunct="1">
        <a:defRPr sz="1350" kern="1200">
          <a:solidFill>
            <a:schemeClr val="tx1"/>
          </a:solidFill>
          <a:latin typeface="+mn-lt"/>
          <a:ea typeface="+mn-ea"/>
          <a:cs typeface="+mn-cs"/>
        </a:defRPr>
      </a:lvl2pPr>
      <a:lvl3pPr marL="685793" algn="l" defTabSz="342897" rtl="0" eaLnBrk="1" latinLnBrk="0" hangingPunct="1">
        <a:defRPr sz="1350" kern="1200">
          <a:solidFill>
            <a:schemeClr val="tx1"/>
          </a:solidFill>
          <a:latin typeface="+mn-lt"/>
          <a:ea typeface="+mn-ea"/>
          <a:cs typeface="+mn-cs"/>
        </a:defRPr>
      </a:lvl3pPr>
      <a:lvl4pPr marL="1028690" algn="l" defTabSz="342897" rtl="0" eaLnBrk="1" latinLnBrk="0" hangingPunct="1">
        <a:defRPr sz="1350" kern="1200">
          <a:solidFill>
            <a:schemeClr val="tx1"/>
          </a:solidFill>
          <a:latin typeface="+mn-lt"/>
          <a:ea typeface="+mn-ea"/>
          <a:cs typeface="+mn-cs"/>
        </a:defRPr>
      </a:lvl4pPr>
      <a:lvl5pPr marL="1371586" algn="l" defTabSz="342897" rtl="0" eaLnBrk="1" latinLnBrk="0" hangingPunct="1">
        <a:defRPr sz="1350" kern="1200">
          <a:solidFill>
            <a:schemeClr val="tx1"/>
          </a:solidFill>
          <a:latin typeface="+mn-lt"/>
          <a:ea typeface="+mn-ea"/>
          <a:cs typeface="+mn-cs"/>
        </a:defRPr>
      </a:lvl5pPr>
      <a:lvl6pPr marL="1714483" algn="l" defTabSz="342897" rtl="0" eaLnBrk="1" latinLnBrk="0" hangingPunct="1">
        <a:defRPr sz="1350" kern="1200">
          <a:solidFill>
            <a:schemeClr val="tx1"/>
          </a:solidFill>
          <a:latin typeface="+mn-lt"/>
          <a:ea typeface="+mn-ea"/>
          <a:cs typeface="+mn-cs"/>
        </a:defRPr>
      </a:lvl6pPr>
      <a:lvl7pPr marL="2057379" algn="l" defTabSz="342897" rtl="0" eaLnBrk="1" latinLnBrk="0" hangingPunct="1">
        <a:defRPr sz="1350" kern="1200">
          <a:solidFill>
            <a:schemeClr val="tx1"/>
          </a:solidFill>
          <a:latin typeface="+mn-lt"/>
          <a:ea typeface="+mn-ea"/>
          <a:cs typeface="+mn-cs"/>
        </a:defRPr>
      </a:lvl7pPr>
      <a:lvl8pPr marL="2400276" algn="l" defTabSz="342897" rtl="0" eaLnBrk="1" latinLnBrk="0" hangingPunct="1">
        <a:defRPr sz="1350" kern="1200">
          <a:solidFill>
            <a:schemeClr val="tx1"/>
          </a:solidFill>
          <a:latin typeface="+mn-lt"/>
          <a:ea typeface="+mn-ea"/>
          <a:cs typeface="+mn-cs"/>
        </a:defRPr>
      </a:lvl8pPr>
      <a:lvl9pPr marL="2743173" algn="l" defTabSz="342897"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5" y="705124"/>
            <a:ext cx="8272212" cy="118955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5" y="2336003"/>
            <a:ext cx="8272212"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6423915"/>
            <a:ext cx="2133599" cy="365125"/>
          </a:xfrm>
          <a:prstGeom prst="rect">
            <a:avLst/>
          </a:prstGeom>
        </p:spPr>
        <p:txBody>
          <a:bodyPr vert="horz" lIns="91440" tIns="45720" rIns="91440" bIns="45720" rtlCol="0" anchor="ctr"/>
          <a:lstStyle>
            <a:lvl1pPr algn="r">
              <a:defRPr sz="676">
                <a:solidFill>
                  <a:schemeClr val="tx1">
                    <a:lumMod val="75000"/>
                    <a:lumOff val="25000"/>
                  </a:schemeClr>
                </a:solidFill>
              </a:defRPr>
            </a:lvl1pPr>
          </a:lstStyle>
          <a:p>
            <a:fld id="{ED291B17-9318-49DB-B28B-6E5994AE9581}" type="datetime1">
              <a:rPr lang="en-US" smtClean="0"/>
              <a:t>2/9/2026</a:t>
            </a:fld>
            <a:endParaRPr lang="en-US" dirty="0"/>
          </a:p>
        </p:txBody>
      </p:sp>
      <p:sp>
        <p:nvSpPr>
          <p:cNvPr id="5" name="Footer Placeholder 4"/>
          <p:cNvSpPr>
            <a:spLocks noGrp="1"/>
          </p:cNvSpPr>
          <p:nvPr>
            <p:ph type="ftr" sz="quarter" idx="3"/>
          </p:nvPr>
        </p:nvSpPr>
        <p:spPr>
          <a:xfrm>
            <a:off x="435894" y="6423915"/>
            <a:ext cx="5187908" cy="365125"/>
          </a:xfrm>
          <a:prstGeom prst="rect">
            <a:avLst/>
          </a:prstGeom>
        </p:spPr>
        <p:txBody>
          <a:bodyPr vert="horz" lIns="91440" tIns="45720" rIns="91440" bIns="45720" rtlCol="0" anchor="ctr"/>
          <a:lstStyle>
            <a:lvl1pPr algn="l">
              <a:defRPr sz="676"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918726" y="6423915"/>
            <a:ext cx="789382" cy="365125"/>
          </a:xfrm>
          <a:prstGeom prst="rect">
            <a:avLst/>
          </a:prstGeom>
        </p:spPr>
        <p:txBody>
          <a:bodyPr vert="horz" lIns="91440" tIns="45720" rIns="91440" bIns="45720" rtlCol="0" anchor="ctr"/>
          <a:lstStyle>
            <a:lvl1pPr algn="r">
              <a:defRPr sz="676">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34901"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6031611" y="453643"/>
            <a:ext cx="2777490" cy="98555"/>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015212586"/>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Lst>
  <p:hf sldNum="0" hdr="0" ftr="0" dt="0"/>
  <p:txStyles>
    <p:titleStyle>
      <a:lvl1pPr algn="l" defTabSz="342897"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498" indent="-229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350" kern="1200">
          <a:solidFill>
            <a:schemeClr val="tx1">
              <a:lumMod val="75000"/>
              <a:lumOff val="25000"/>
            </a:schemeClr>
          </a:solidFill>
          <a:latin typeface="+mn-lt"/>
          <a:ea typeface="+mn-ea"/>
          <a:cs typeface="+mn-cs"/>
        </a:defRPr>
      </a:lvl1pPr>
      <a:lvl2pPr marL="472495" indent="-229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2pPr>
      <a:lvl3pPr marL="674993" indent="-202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050" kern="1200">
          <a:solidFill>
            <a:schemeClr val="tx1">
              <a:lumMod val="75000"/>
              <a:lumOff val="25000"/>
            </a:schemeClr>
          </a:solidFill>
          <a:latin typeface="+mn-lt"/>
          <a:ea typeface="+mn-ea"/>
          <a:cs typeface="+mn-cs"/>
        </a:defRPr>
      </a:lvl3pPr>
      <a:lvl4pPr marL="931491" indent="-175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900" kern="1200">
          <a:solidFill>
            <a:schemeClr val="tx1">
              <a:lumMod val="75000"/>
              <a:lumOff val="25000"/>
            </a:schemeClr>
          </a:solidFill>
          <a:latin typeface="+mn-lt"/>
          <a:ea typeface="+mn-ea"/>
          <a:cs typeface="+mn-cs"/>
        </a:defRPr>
      </a:lvl4pPr>
      <a:lvl5pPr marL="1201488" indent="-175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900" kern="1200">
          <a:solidFill>
            <a:schemeClr val="tx1">
              <a:lumMod val="75000"/>
              <a:lumOff val="25000"/>
            </a:schemeClr>
          </a:solidFill>
          <a:latin typeface="+mn-lt"/>
          <a:ea typeface="+mn-ea"/>
          <a:cs typeface="+mn-cs"/>
        </a:defRPr>
      </a:lvl5pPr>
      <a:lvl6pPr marL="1424986"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49984"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4981"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099979"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897" rtl="0" eaLnBrk="1" latinLnBrk="0" hangingPunct="1">
        <a:defRPr sz="1350" kern="1200">
          <a:solidFill>
            <a:schemeClr val="tx1"/>
          </a:solidFill>
          <a:latin typeface="+mn-lt"/>
          <a:ea typeface="+mn-ea"/>
          <a:cs typeface="+mn-cs"/>
        </a:defRPr>
      </a:lvl1pPr>
      <a:lvl2pPr marL="342897" algn="l" defTabSz="342897" rtl="0" eaLnBrk="1" latinLnBrk="0" hangingPunct="1">
        <a:defRPr sz="1350" kern="1200">
          <a:solidFill>
            <a:schemeClr val="tx1"/>
          </a:solidFill>
          <a:latin typeface="+mn-lt"/>
          <a:ea typeface="+mn-ea"/>
          <a:cs typeface="+mn-cs"/>
        </a:defRPr>
      </a:lvl2pPr>
      <a:lvl3pPr marL="685793" algn="l" defTabSz="342897" rtl="0" eaLnBrk="1" latinLnBrk="0" hangingPunct="1">
        <a:defRPr sz="1350" kern="1200">
          <a:solidFill>
            <a:schemeClr val="tx1"/>
          </a:solidFill>
          <a:latin typeface="+mn-lt"/>
          <a:ea typeface="+mn-ea"/>
          <a:cs typeface="+mn-cs"/>
        </a:defRPr>
      </a:lvl3pPr>
      <a:lvl4pPr marL="1028690" algn="l" defTabSz="342897" rtl="0" eaLnBrk="1" latinLnBrk="0" hangingPunct="1">
        <a:defRPr sz="1350" kern="1200">
          <a:solidFill>
            <a:schemeClr val="tx1"/>
          </a:solidFill>
          <a:latin typeface="+mn-lt"/>
          <a:ea typeface="+mn-ea"/>
          <a:cs typeface="+mn-cs"/>
        </a:defRPr>
      </a:lvl4pPr>
      <a:lvl5pPr marL="1371586" algn="l" defTabSz="342897" rtl="0" eaLnBrk="1" latinLnBrk="0" hangingPunct="1">
        <a:defRPr sz="1350" kern="1200">
          <a:solidFill>
            <a:schemeClr val="tx1"/>
          </a:solidFill>
          <a:latin typeface="+mn-lt"/>
          <a:ea typeface="+mn-ea"/>
          <a:cs typeface="+mn-cs"/>
        </a:defRPr>
      </a:lvl5pPr>
      <a:lvl6pPr marL="1714483" algn="l" defTabSz="342897" rtl="0" eaLnBrk="1" latinLnBrk="0" hangingPunct="1">
        <a:defRPr sz="1350" kern="1200">
          <a:solidFill>
            <a:schemeClr val="tx1"/>
          </a:solidFill>
          <a:latin typeface="+mn-lt"/>
          <a:ea typeface="+mn-ea"/>
          <a:cs typeface="+mn-cs"/>
        </a:defRPr>
      </a:lvl6pPr>
      <a:lvl7pPr marL="2057379" algn="l" defTabSz="342897" rtl="0" eaLnBrk="1" latinLnBrk="0" hangingPunct="1">
        <a:defRPr sz="1350" kern="1200">
          <a:solidFill>
            <a:schemeClr val="tx1"/>
          </a:solidFill>
          <a:latin typeface="+mn-lt"/>
          <a:ea typeface="+mn-ea"/>
          <a:cs typeface="+mn-cs"/>
        </a:defRPr>
      </a:lvl7pPr>
      <a:lvl8pPr marL="2400276" algn="l" defTabSz="342897" rtl="0" eaLnBrk="1" latinLnBrk="0" hangingPunct="1">
        <a:defRPr sz="1350" kern="1200">
          <a:solidFill>
            <a:schemeClr val="tx1"/>
          </a:solidFill>
          <a:latin typeface="+mn-lt"/>
          <a:ea typeface="+mn-ea"/>
          <a:cs typeface="+mn-cs"/>
        </a:defRPr>
      </a:lvl8pPr>
      <a:lvl9pPr marL="2743173" algn="l" defTabSz="342897" rtl="0" eaLnBrk="1" latinLnBrk="0" hangingPunct="1">
        <a:defRPr sz="135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5" y="705124"/>
            <a:ext cx="8272212" cy="118955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5" y="2336003"/>
            <a:ext cx="8272212"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6423915"/>
            <a:ext cx="2133599" cy="365125"/>
          </a:xfrm>
          <a:prstGeom prst="rect">
            <a:avLst/>
          </a:prstGeom>
        </p:spPr>
        <p:txBody>
          <a:bodyPr vert="horz" lIns="91440" tIns="45720" rIns="91440" bIns="45720" rtlCol="0" anchor="ctr"/>
          <a:lstStyle>
            <a:lvl1pPr algn="r">
              <a:defRPr sz="676">
                <a:solidFill>
                  <a:schemeClr val="tx1">
                    <a:lumMod val="75000"/>
                    <a:lumOff val="25000"/>
                  </a:schemeClr>
                </a:solidFill>
              </a:defRPr>
            </a:lvl1pPr>
          </a:lstStyle>
          <a:p>
            <a:fld id="{5BCAD085-E8A6-8845-BD4E-CB4CCA059FC4}" type="datetimeFigureOut">
              <a:rPr lang="en-US" smtClean="0"/>
              <a:t>2/9/2026</a:t>
            </a:fld>
            <a:endParaRPr lang="en-US"/>
          </a:p>
        </p:txBody>
      </p:sp>
      <p:sp>
        <p:nvSpPr>
          <p:cNvPr id="5" name="Footer Placeholder 4"/>
          <p:cNvSpPr>
            <a:spLocks noGrp="1"/>
          </p:cNvSpPr>
          <p:nvPr>
            <p:ph type="ftr" sz="quarter" idx="3"/>
          </p:nvPr>
        </p:nvSpPr>
        <p:spPr>
          <a:xfrm>
            <a:off x="435894" y="6423915"/>
            <a:ext cx="5187908" cy="365125"/>
          </a:xfrm>
          <a:prstGeom prst="rect">
            <a:avLst/>
          </a:prstGeom>
        </p:spPr>
        <p:txBody>
          <a:bodyPr vert="horz" lIns="91440" tIns="45720" rIns="91440" bIns="45720" rtlCol="0" anchor="ctr"/>
          <a:lstStyle>
            <a:lvl1pPr algn="l">
              <a:defRPr sz="676"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918726" y="6423915"/>
            <a:ext cx="789382" cy="365125"/>
          </a:xfrm>
          <a:prstGeom prst="rect">
            <a:avLst/>
          </a:prstGeom>
        </p:spPr>
        <p:txBody>
          <a:bodyPr vert="horz" lIns="91440" tIns="45720" rIns="91440" bIns="45720" rtlCol="0" anchor="ctr"/>
          <a:lstStyle>
            <a:lvl1pPr algn="r">
              <a:defRPr sz="676">
                <a:solidFill>
                  <a:schemeClr val="tx1">
                    <a:lumMod val="75000"/>
                    <a:lumOff val="25000"/>
                  </a:schemeClr>
                </a:solidFill>
              </a:defRPr>
            </a:lvl1pPr>
          </a:lstStyle>
          <a:p>
            <a:fld id="{C1FF6DA9-008F-8B48-92A6-B652298478BF}" type="slidenum">
              <a:rPr lang="en-US" smtClean="0"/>
              <a:t>‹#›</a:t>
            </a:fld>
            <a:endParaRPr lang="en-US"/>
          </a:p>
        </p:txBody>
      </p:sp>
      <p:sp>
        <p:nvSpPr>
          <p:cNvPr id="9" name="Rectangle 8"/>
          <p:cNvSpPr/>
          <p:nvPr/>
        </p:nvSpPr>
        <p:spPr>
          <a:xfrm>
            <a:off x="334901"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6031611" y="453643"/>
            <a:ext cx="2777490" cy="98555"/>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3365137809"/>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txStyles>
    <p:titleStyle>
      <a:lvl1pPr algn="l" defTabSz="342897"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498" indent="-229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350" kern="1200">
          <a:solidFill>
            <a:schemeClr val="tx1">
              <a:lumMod val="75000"/>
              <a:lumOff val="25000"/>
            </a:schemeClr>
          </a:solidFill>
          <a:latin typeface="+mn-lt"/>
          <a:ea typeface="+mn-ea"/>
          <a:cs typeface="+mn-cs"/>
        </a:defRPr>
      </a:lvl1pPr>
      <a:lvl2pPr marL="472495" indent="-229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2pPr>
      <a:lvl3pPr marL="674993" indent="-202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050" kern="1200">
          <a:solidFill>
            <a:schemeClr val="tx1">
              <a:lumMod val="75000"/>
              <a:lumOff val="25000"/>
            </a:schemeClr>
          </a:solidFill>
          <a:latin typeface="+mn-lt"/>
          <a:ea typeface="+mn-ea"/>
          <a:cs typeface="+mn-cs"/>
        </a:defRPr>
      </a:lvl3pPr>
      <a:lvl4pPr marL="931491" indent="-175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900" kern="1200">
          <a:solidFill>
            <a:schemeClr val="tx1">
              <a:lumMod val="75000"/>
              <a:lumOff val="25000"/>
            </a:schemeClr>
          </a:solidFill>
          <a:latin typeface="+mn-lt"/>
          <a:ea typeface="+mn-ea"/>
          <a:cs typeface="+mn-cs"/>
        </a:defRPr>
      </a:lvl4pPr>
      <a:lvl5pPr marL="1201488" indent="-175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900" kern="1200">
          <a:solidFill>
            <a:schemeClr val="tx1">
              <a:lumMod val="75000"/>
              <a:lumOff val="25000"/>
            </a:schemeClr>
          </a:solidFill>
          <a:latin typeface="+mn-lt"/>
          <a:ea typeface="+mn-ea"/>
          <a:cs typeface="+mn-cs"/>
        </a:defRPr>
      </a:lvl5pPr>
      <a:lvl6pPr marL="1424986"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49984"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4981"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099979"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897" rtl="0" eaLnBrk="1" latinLnBrk="0" hangingPunct="1">
        <a:defRPr sz="1350" kern="1200">
          <a:solidFill>
            <a:schemeClr val="tx1"/>
          </a:solidFill>
          <a:latin typeface="+mn-lt"/>
          <a:ea typeface="+mn-ea"/>
          <a:cs typeface="+mn-cs"/>
        </a:defRPr>
      </a:lvl1pPr>
      <a:lvl2pPr marL="342897" algn="l" defTabSz="342897" rtl="0" eaLnBrk="1" latinLnBrk="0" hangingPunct="1">
        <a:defRPr sz="1350" kern="1200">
          <a:solidFill>
            <a:schemeClr val="tx1"/>
          </a:solidFill>
          <a:latin typeface="+mn-lt"/>
          <a:ea typeface="+mn-ea"/>
          <a:cs typeface="+mn-cs"/>
        </a:defRPr>
      </a:lvl2pPr>
      <a:lvl3pPr marL="685793" algn="l" defTabSz="342897" rtl="0" eaLnBrk="1" latinLnBrk="0" hangingPunct="1">
        <a:defRPr sz="1350" kern="1200">
          <a:solidFill>
            <a:schemeClr val="tx1"/>
          </a:solidFill>
          <a:latin typeface="+mn-lt"/>
          <a:ea typeface="+mn-ea"/>
          <a:cs typeface="+mn-cs"/>
        </a:defRPr>
      </a:lvl3pPr>
      <a:lvl4pPr marL="1028690" algn="l" defTabSz="342897" rtl="0" eaLnBrk="1" latinLnBrk="0" hangingPunct="1">
        <a:defRPr sz="1350" kern="1200">
          <a:solidFill>
            <a:schemeClr val="tx1"/>
          </a:solidFill>
          <a:latin typeface="+mn-lt"/>
          <a:ea typeface="+mn-ea"/>
          <a:cs typeface="+mn-cs"/>
        </a:defRPr>
      </a:lvl4pPr>
      <a:lvl5pPr marL="1371586" algn="l" defTabSz="342897" rtl="0" eaLnBrk="1" latinLnBrk="0" hangingPunct="1">
        <a:defRPr sz="1350" kern="1200">
          <a:solidFill>
            <a:schemeClr val="tx1"/>
          </a:solidFill>
          <a:latin typeface="+mn-lt"/>
          <a:ea typeface="+mn-ea"/>
          <a:cs typeface="+mn-cs"/>
        </a:defRPr>
      </a:lvl5pPr>
      <a:lvl6pPr marL="1714483" algn="l" defTabSz="342897" rtl="0" eaLnBrk="1" latinLnBrk="0" hangingPunct="1">
        <a:defRPr sz="1350" kern="1200">
          <a:solidFill>
            <a:schemeClr val="tx1"/>
          </a:solidFill>
          <a:latin typeface="+mn-lt"/>
          <a:ea typeface="+mn-ea"/>
          <a:cs typeface="+mn-cs"/>
        </a:defRPr>
      </a:lvl6pPr>
      <a:lvl7pPr marL="2057379" algn="l" defTabSz="342897" rtl="0" eaLnBrk="1" latinLnBrk="0" hangingPunct="1">
        <a:defRPr sz="1350" kern="1200">
          <a:solidFill>
            <a:schemeClr val="tx1"/>
          </a:solidFill>
          <a:latin typeface="+mn-lt"/>
          <a:ea typeface="+mn-ea"/>
          <a:cs typeface="+mn-cs"/>
        </a:defRPr>
      </a:lvl7pPr>
      <a:lvl8pPr marL="2400276" algn="l" defTabSz="342897" rtl="0" eaLnBrk="1" latinLnBrk="0" hangingPunct="1">
        <a:defRPr sz="1350" kern="1200">
          <a:solidFill>
            <a:schemeClr val="tx1"/>
          </a:solidFill>
          <a:latin typeface="+mn-lt"/>
          <a:ea typeface="+mn-ea"/>
          <a:cs typeface="+mn-cs"/>
        </a:defRPr>
      </a:lvl8pPr>
      <a:lvl9pPr marL="2743173" algn="l" defTabSz="342897"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5" y="705124"/>
            <a:ext cx="8272212" cy="118955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5" y="2336003"/>
            <a:ext cx="8272212"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6423915"/>
            <a:ext cx="2133599" cy="365125"/>
          </a:xfrm>
          <a:prstGeom prst="rect">
            <a:avLst/>
          </a:prstGeom>
        </p:spPr>
        <p:txBody>
          <a:bodyPr vert="horz" lIns="91440" tIns="45720" rIns="91440" bIns="45720" rtlCol="0" anchor="ctr"/>
          <a:lstStyle>
            <a:lvl1pPr algn="r">
              <a:defRPr sz="676">
                <a:solidFill>
                  <a:schemeClr val="tx1">
                    <a:lumMod val="75000"/>
                    <a:lumOff val="25000"/>
                  </a:schemeClr>
                </a:solidFill>
              </a:defRPr>
            </a:lvl1pPr>
          </a:lstStyle>
          <a:p>
            <a:fld id="{8234BEC2-5A9D-42E1-9C16-1E9F257755B7}" type="datetime1">
              <a:rPr lang="en-US" smtClean="0"/>
              <a:t>2/9/2026</a:t>
            </a:fld>
            <a:endParaRPr lang="en-US"/>
          </a:p>
        </p:txBody>
      </p:sp>
      <p:sp>
        <p:nvSpPr>
          <p:cNvPr id="5" name="Footer Placeholder 4"/>
          <p:cNvSpPr>
            <a:spLocks noGrp="1"/>
          </p:cNvSpPr>
          <p:nvPr>
            <p:ph type="ftr" sz="quarter" idx="3"/>
          </p:nvPr>
        </p:nvSpPr>
        <p:spPr>
          <a:xfrm>
            <a:off x="435894" y="6423915"/>
            <a:ext cx="5187908" cy="365125"/>
          </a:xfrm>
          <a:prstGeom prst="rect">
            <a:avLst/>
          </a:prstGeom>
        </p:spPr>
        <p:txBody>
          <a:bodyPr vert="horz" lIns="91440" tIns="45720" rIns="91440" bIns="45720" rtlCol="0" anchor="ctr"/>
          <a:lstStyle>
            <a:lvl1pPr algn="l">
              <a:defRPr sz="676" cap="all">
                <a:solidFill>
                  <a:schemeClr val="tx1">
                    <a:lumMod val="75000"/>
                    <a:lumOff val="25000"/>
                  </a:schemeClr>
                </a:solidFill>
              </a:defRPr>
            </a:lvl1pPr>
          </a:lstStyle>
          <a:p>
            <a:endParaRPr lang="en-US"/>
          </a:p>
        </p:txBody>
      </p:sp>
      <p:sp>
        <p:nvSpPr>
          <p:cNvPr id="6" name="Slide Number Placeholder 5"/>
          <p:cNvSpPr>
            <a:spLocks noGrp="1"/>
          </p:cNvSpPr>
          <p:nvPr>
            <p:ph type="sldNum" sz="quarter" idx="4"/>
          </p:nvPr>
        </p:nvSpPr>
        <p:spPr>
          <a:xfrm>
            <a:off x="7918726" y="6423915"/>
            <a:ext cx="789382" cy="365125"/>
          </a:xfrm>
          <a:prstGeom prst="rect">
            <a:avLst/>
          </a:prstGeom>
        </p:spPr>
        <p:txBody>
          <a:bodyPr vert="horz" lIns="91440" tIns="45720" rIns="91440" bIns="45720" rtlCol="0" anchor="ctr"/>
          <a:lstStyle>
            <a:lvl1pPr algn="r">
              <a:defRPr sz="676">
                <a:solidFill>
                  <a:schemeClr val="tx1">
                    <a:lumMod val="75000"/>
                    <a:lumOff val="25000"/>
                  </a:schemeClr>
                </a:solidFill>
              </a:defRPr>
            </a:lvl1pPr>
          </a:lstStyle>
          <a:p>
            <a:fld id="{127DDC20-79C9-9647-820E-6D40A3D210C3}" type="slidenum">
              <a:rPr lang="en-US" smtClean="0"/>
              <a:pPr/>
              <a:t>‹#›</a:t>
            </a:fld>
            <a:endParaRPr lang="en-US"/>
          </a:p>
        </p:txBody>
      </p:sp>
      <p:sp>
        <p:nvSpPr>
          <p:cNvPr id="9" name="Rectangle 8"/>
          <p:cNvSpPr/>
          <p:nvPr/>
        </p:nvSpPr>
        <p:spPr>
          <a:xfrm>
            <a:off x="334901"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6031611" y="453643"/>
            <a:ext cx="2777490" cy="98555"/>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743085292"/>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hf hdr="0" ftr="0" dt="0"/>
  <p:txStyles>
    <p:titleStyle>
      <a:lvl1pPr algn="l" defTabSz="342897"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498" indent="-229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350" kern="1200">
          <a:solidFill>
            <a:schemeClr val="tx1">
              <a:lumMod val="75000"/>
              <a:lumOff val="25000"/>
            </a:schemeClr>
          </a:solidFill>
          <a:latin typeface="+mn-lt"/>
          <a:ea typeface="+mn-ea"/>
          <a:cs typeface="+mn-cs"/>
        </a:defRPr>
      </a:lvl1pPr>
      <a:lvl2pPr marL="472495" indent="-229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2pPr>
      <a:lvl3pPr marL="674993" indent="-202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050" kern="1200">
          <a:solidFill>
            <a:schemeClr val="tx1">
              <a:lumMod val="75000"/>
              <a:lumOff val="25000"/>
            </a:schemeClr>
          </a:solidFill>
          <a:latin typeface="+mn-lt"/>
          <a:ea typeface="+mn-ea"/>
          <a:cs typeface="+mn-cs"/>
        </a:defRPr>
      </a:lvl3pPr>
      <a:lvl4pPr marL="931491" indent="-175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900" kern="1200">
          <a:solidFill>
            <a:schemeClr val="tx1">
              <a:lumMod val="75000"/>
              <a:lumOff val="25000"/>
            </a:schemeClr>
          </a:solidFill>
          <a:latin typeface="+mn-lt"/>
          <a:ea typeface="+mn-ea"/>
          <a:cs typeface="+mn-cs"/>
        </a:defRPr>
      </a:lvl4pPr>
      <a:lvl5pPr marL="1201488" indent="-175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900" kern="1200">
          <a:solidFill>
            <a:schemeClr val="tx1">
              <a:lumMod val="75000"/>
              <a:lumOff val="25000"/>
            </a:schemeClr>
          </a:solidFill>
          <a:latin typeface="+mn-lt"/>
          <a:ea typeface="+mn-ea"/>
          <a:cs typeface="+mn-cs"/>
        </a:defRPr>
      </a:lvl5pPr>
      <a:lvl6pPr marL="1424986"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49984"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4981"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099979"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897" rtl="0" eaLnBrk="1" latinLnBrk="0" hangingPunct="1">
        <a:defRPr sz="1350" kern="1200">
          <a:solidFill>
            <a:schemeClr val="tx1"/>
          </a:solidFill>
          <a:latin typeface="+mn-lt"/>
          <a:ea typeface="+mn-ea"/>
          <a:cs typeface="+mn-cs"/>
        </a:defRPr>
      </a:lvl1pPr>
      <a:lvl2pPr marL="342897" algn="l" defTabSz="342897" rtl="0" eaLnBrk="1" latinLnBrk="0" hangingPunct="1">
        <a:defRPr sz="1350" kern="1200">
          <a:solidFill>
            <a:schemeClr val="tx1"/>
          </a:solidFill>
          <a:latin typeface="+mn-lt"/>
          <a:ea typeface="+mn-ea"/>
          <a:cs typeface="+mn-cs"/>
        </a:defRPr>
      </a:lvl2pPr>
      <a:lvl3pPr marL="685793" algn="l" defTabSz="342897" rtl="0" eaLnBrk="1" latinLnBrk="0" hangingPunct="1">
        <a:defRPr sz="1350" kern="1200">
          <a:solidFill>
            <a:schemeClr val="tx1"/>
          </a:solidFill>
          <a:latin typeface="+mn-lt"/>
          <a:ea typeface="+mn-ea"/>
          <a:cs typeface="+mn-cs"/>
        </a:defRPr>
      </a:lvl3pPr>
      <a:lvl4pPr marL="1028690" algn="l" defTabSz="342897" rtl="0" eaLnBrk="1" latinLnBrk="0" hangingPunct="1">
        <a:defRPr sz="1350" kern="1200">
          <a:solidFill>
            <a:schemeClr val="tx1"/>
          </a:solidFill>
          <a:latin typeface="+mn-lt"/>
          <a:ea typeface="+mn-ea"/>
          <a:cs typeface="+mn-cs"/>
        </a:defRPr>
      </a:lvl4pPr>
      <a:lvl5pPr marL="1371586" algn="l" defTabSz="342897" rtl="0" eaLnBrk="1" latinLnBrk="0" hangingPunct="1">
        <a:defRPr sz="1350" kern="1200">
          <a:solidFill>
            <a:schemeClr val="tx1"/>
          </a:solidFill>
          <a:latin typeface="+mn-lt"/>
          <a:ea typeface="+mn-ea"/>
          <a:cs typeface="+mn-cs"/>
        </a:defRPr>
      </a:lvl5pPr>
      <a:lvl6pPr marL="1714483" algn="l" defTabSz="342897" rtl="0" eaLnBrk="1" latinLnBrk="0" hangingPunct="1">
        <a:defRPr sz="1350" kern="1200">
          <a:solidFill>
            <a:schemeClr val="tx1"/>
          </a:solidFill>
          <a:latin typeface="+mn-lt"/>
          <a:ea typeface="+mn-ea"/>
          <a:cs typeface="+mn-cs"/>
        </a:defRPr>
      </a:lvl6pPr>
      <a:lvl7pPr marL="2057379" algn="l" defTabSz="342897" rtl="0" eaLnBrk="1" latinLnBrk="0" hangingPunct="1">
        <a:defRPr sz="1350" kern="1200">
          <a:solidFill>
            <a:schemeClr val="tx1"/>
          </a:solidFill>
          <a:latin typeface="+mn-lt"/>
          <a:ea typeface="+mn-ea"/>
          <a:cs typeface="+mn-cs"/>
        </a:defRPr>
      </a:lvl7pPr>
      <a:lvl8pPr marL="2400276" algn="l" defTabSz="342897" rtl="0" eaLnBrk="1" latinLnBrk="0" hangingPunct="1">
        <a:defRPr sz="1350" kern="1200">
          <a:solidFill>
            <a:schemeClr val="tx1"/>
          </a:solidFill>
          <a:latin typeface="+mn-lt"/>
          <a:ea typeface="+mn-ea"/>
          <a:cs typeface="+mn-cs"/>
        </a:defRPr>
      </a:lvl8pPr>
      <a:lvl9pPr marL="2743173" algn="l" defTabSz="342897" rtl="0" eaLnBrk="1" latinLnBrk="0" hangingPunct="1">
        <a:defRPr sz="135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5895" y="705124"/>
            <a:ext cx="8272212" cy="1189555"/>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435895" y="2336003"/>
            <a:ext cx="8272212" cy="365204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04464" y="6423915"/>
            <a:ext cx="2133599" cy="365125"/>
          </a:xfrm>
          <a:prstGeom prst="rect">
            <a:avLst/>
          </a:prstGeom>
        </p:spPr>
        <p:txBody>
          <a:bodyPr vert="horz" lIns="91440" tIns="45720" rIns="91440" bIns="45720" rtlCol="0" anchor="ctr"/>
          <a:lstStyle>
            <a:lvl1pPr algn="r">
              <a:defRPr sz="676">
                <a:solidFill>
                  <a:schemeClr val="tx1">
                    <a:lumMod val="75000"/>
                    <a:lumOff val="25000"/>
                  </a:schemeClr>
                </a:solidFill>
              </a:defRPr>
            </a:lvl1pPr>
          </a:lstStyle>
          <a:p>
            <a:fld id="{ED291B17-9318-49DB-B28B-6E5994AE9581}" type="datetime1">
              <a:rPr lang="en-US" smtClean="0"/>
              <a:t>2/9/2026</a:t>
            </a:fld>
            <a:endParaRPr lang="en-US" dirty="0"/>
          </a:p>
        </p:txBody>
      </p:sp>
      <p:sp>
        <p:nvSpPr>
          <p:cNvPr id="5" name="Footer Placeholder 4"/>
          <p:cNvSpPr>
            <a:spLocks noGrp="1"/>
          </p:cNvSpPr>
          <p:nvPr>
            <p:ph type="ftr" sz="quarter" idx="3"/>
          </p:nvPr>
        </p:nvSpPr>
        <p:spPr>
          <a:xfrm>
            <a:off x="435894" y="6423915"/>
            <a:ext cx="5187908" cy="365125"/>
          </a:xfrm>
          <a:prstGeom prst="rect">
            <a:avLst/>
          </a:prstGeom>
        </p:spPr>
        <p:txBody>
          <a:bodyPr vert="horz" lIns="91440" tIns="45720" rIns="91440" bIns="45720" rtlCol="0" anchor="ctr"/>
          <a:lstStyle>
            <a:lvl1pPr algn="l">
              <a:defRPr sz="676" cap="all">
                <a:solidFill>
                  <a:schemeClr val="tx1">
                    <a:lumMod val="75000"/>
                    <a:lumOff val="25000"/>
                  </a:schemeClr>
                </a:solidFill>
              </a:defRPr>
            </a:lvl1pPr>
          </a:lstStyle>
          <a:p>
            <a:endParaRPr lang="en-US" dirty="0"/>
          </a:p>
        </p:txBody>
      </p:sp>
      <p:sp>
        <p:nvSpPr>
          <p:cNvPr id="6" name="Slide Number Placeholder 5"/>
          <p:cNvSpPr>
            <a:spLocks noGrp="1"/>
          </p:cNvSpPr>
          <p:nvPr>
            <p:ph type="sldNum" sz="quarter" idx="4"/>
          </p:nvPr>
        </p:nvSpPr>
        <p:spPr>
          <a:xfrm>
            <a:off x="7918726" y="6423915"/>
            <a:ext cx="789382" cy="365125"/>
          </a:xfrm>
          <a:prstGeom prst="rect">
            <a:avLst/>
          </a:prstGeom>
        </p:spPr>
        <p:txBody>
          <a:bodyPr vert="horz" lIns="91440" tIns="45720" rIns="91440" bIns="45720" rtlCol="0" anchor="ctr"/>
          <a:lstStyle>
            <a:lvl1pPr algn="r">
              <a:defRPr sz="676">
                <a:solidFill>
                  <a:schemeClr val="tx1">
                    <a:lumMod val="75000"/>
                    <a:lumOff val="25000"/>
                  </a:schemeClr>
                </a:solidFill>
              </a:defRPr>
            </a:lvl1pPr>
          </a:lstStyle>
          <a:p>
            <a:fld id="{3A98EE3D-8CD1-4C3F-BD1C-C98C9596463C}" type="slidenum">
              <a:rPr lang="en-US" smtClean="0"/>
              <a:t>‹#›</a:t>
            </a:fld>
            <a:endParaRPr lang="en-US" dirty="0"/>
          </a:p>
        </p:txBody>
      </p:sp>
      <p:sp>
        <p:nvSpPr>
          <p:cNvPr id="9" name="Rectangle 8"/>
          <p:cNvSpPr/>
          <p:nvPr/>
        </p:nvSpPr>
        <p:spPr>
          <a:xfrm>
            <a:off x="334901"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0" name="Rectangle 9"/>
          <p:cNvSpPr/>
          <p:nvPr/>
        </p:nvSpPr>
        <p:spPr>
          <a:xfrm>
            <a:off x="6031611" y="453643"/>
            <a:ext cx="2777490" cy="98555"/>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1" name="Rectangle 10"/>
          <p:cNvSpPr/>
          <p:nvPr/>
        </p:nvSpPr>
        <p:spPr>
          <a:xfrm>
            <a:off x="3181373"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Tree>
    <p:extLst>
      <p:ext uri="{BB962C8B-B14F-4D97-AF65-F5344CB8AC3E}">
        <p14:creationId xmlns:p14="http://schemas.microsoft.com/office/powerpoint/2010/main" val="1468725465"/>
      </p:ext>
    </p:extLst>
  </p:cSld>
  <p:clrMap bg1="lt1" tx1="dk1" bg2="lt2" tx2="dk2" accent1="accent1" accent2="accent2" accent3="accent3" accent4="accent4" accent5="accent5" accent6="accent6" hlink="hlink" folHlink="folHlink"/>
  <p:sldLayoutIdLst>
    <p:sldLayoutId id="2147483722" r:id="rId1"/>
    <p:sldLayoutId id="2147483723" r:id="rId2"/>
    <p:sldLayoutId id="2147483724" r:id="rId3"/>
    <p:sldLayoutId id="2147483725" r:id="rId4"/>
    <p:sldLayoutId id="2147483726" r:id="rId5"/>
    <p:sldLayoutId id="2147483727" r:id="rId6"/>
    <p:sldLayoutId id="2147483728" r:id="rId7"/>
    <p:sldLayoutId id="2147483729" r:id="rId8"/>
    <p:sldLayoutId id="2147483730" r:id="rId9"/>
    <p:sldLayoutId id="2147483731" r:id="rId10"/>
    <p:sldLayoutId id="2147483732" r:id="rId11"/>
    <p:sldLayoutId id="2147483733" r:id="rId12"/>
  </p:sldLayoutIdLst>
  <p:hf sldNum="0" hdr="0" ftr="0" dt="0"/>
  <p:txStyles>
    <p:titleStyle>
      <a:lvl1pPr algn="l" defTabSz="342897" rtl="0" eaLnBrk="1" latinLnBrk="0" hangingPunct="1">
        <a:lnSpc>
          <a:spcPct val="100000"/>
        </a:lnSpc>
        <a:spcBef>
          <a:spcPct val="0"/>
        </a:spcBef>
        <a:buNone/>
        <a:defRPr sz="21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9498" indent="-229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350" kern="1200">
          <a:solidFill>
            <a:schemeClr val="tx1">
              <a:lumMod val="75000"/>
              <a:lumOff val="25000"/>
            </a:schemeClr>
          </a:solidFill>
          <a:latin typeface="+mn-lt"/>
          <a:ea typeface="+mn-ea"/>
          <a:cs typeface="+mn-cs"/>
        </a:defRPr>
      </a:lvl1pPr>
      <a:lvl2pPr marL="472495" indent="-229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200" kern="1200">
          <a:solidFill>
            <a:schemeClr val="tx1">
              <a:lumMod val="75000"/>
              <a:lumOff val="25000"/>
            </a:schemeClr>
          </a:solidFill>
          <a:latin typeface="+mn-lt"/>
          <a:ea typeface="+mn-ea"/>
          <a:cs typeface="+mn-cs"/>
        </a:defRPr>
      </a:lvl2pPr>
      <a:lvl3pPr marL="674993" indent="-202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1050" kern="1200">
          <a:solidFill>
            <a:schemeClr val="tx1">
              <a:lumMod val="75000"/>
              <a:lumOff val="25000"/>
            </a:schemeClr>
          </a:solidFill>
          <a:latin typeface="+mn-lt"/>
          <a:ea typeface="+mn-ea"/>
          <a:cs typeface="+mn-cs"/>
        </a:defRPr>
      </a:lvl3pPr>
      <a:lvl4pPr marL="931491" indent="-175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900" kern="1200">
          <a:solidFill>
            <a:schemeClr val="tx1">
              <a:lumMod val="75000"/>
              <a:lumOff val="25000"/>
            </a:schemeClr>
          </a:solidFill>
          <a:latin typeface="+mn-lt"/>
          <a:ea typeface="+mn-ea"/>
          <a:cs typeface="+mn-cs"/>
        </a:defRPr>
      </a:lvl4pPr>
      <a:lvl5pPr marL="1201488" indent="-175498" algn="l" defTabSz="342897" rtl="0" eaLnBrk="1" latinLnBrk="0" hangingPunct="1">
        <a:lnSpc>
          <a:spcPct val="100000"/>
        </a:lnSpc>
        <a:spcBef>
          <a:spcPct val="20000"/>
        </a:spcBef>
        <a:spcAft>
          <a:spcPts val="450"/>
        </a:spcAft>
        <a:buClr>
          <a:schemeClr val="accent1"/>
        </a:buClr>
        <a:buSzPct val="92000"/>
        <a:buFont typeface="Wingdings 2" panose="05020102010507070707" pitchFamily="18" charset="2"/>
        <a:buChar char=""/>
        <a:defRPr sz="900" kern="1200">
          <a:solidFill>
            <a:schemeClr val="tx1">
              <a:lumMod val="75000"/>
              <a:lumOff val="25000"/>
            </a:schemeClr>
          </a:solidFill>
          <a:latin typeface="+mn-lt"/>
          <a:ea typeface="+mn-ea"/>
          <a:cs typeface="+mn-cs"/>
        </a:defRPr>
      </a:lvl5pPr>
      <a:lvl6pPr marL="1424986"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6pPr>
      <a:lvl7pPr marL="1649984"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7pPr>
      <a:lvl8pPr marL="1874981"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8pPr>
      <a:lvl9pPr marL="2099979" indent="-171448" algn="l" defTabSz="342897" rtl="0" eaLnBrk="1" latinLnBrk="0" hangingPunct="1">
        <a:spcBef>
          <a:spcPct val="20000"/>
        </a:spcBef>
        <a:spcAft>
          <a:spcPts val="450"/>
        </a:spcAft>
        <a:buClr>
          <a:schemeClr val="accent2"/>
        </a:buClr>
        <a:buSzPct val="92000"/>
        <a:buFont typeface="Wingdings 2" panose="05020102010507070707" pitchFamily="18" charset="2"/>
        <a:buChar char=""/>
        <a:defRPr sz="900" kern="1200">
          <a:solidFill>
            <a:schemeClr val="tx2"/>
          </a:solidFill>
          <a:latin typeface="+mn-lt"/>
          <a:ea typeface="+mn-ea"/>
          <a:cs typeface="+mn-cs"/>
        </a:defRPr>
      </a:lvl9pPr>
    </p:bodyStyle>
    <p:otherStyle>
      <a:defPPr>
        <a:defRPr lang="en-US"/>
      </a:defPPr>
      <a:lvl1pPr marL="0" algn="l" defTabSz="342897" rtl="0" eaLnBrk="1" latinLnBrk="0" hangingPunct="1">
        <a:defRPr sz="1350" kern="1200">
          <a:solidFill>
            <a:schemeClr val="tx1"/>
          </a:solidFill>
          <a:latin typeface="+mn-lt"/>
          <a:ea typeface="+mn-ea"/>
          <a:cs typeface="+mn-cs"/>
        </a:defRPr>
      </a:lvl1pPr>
      <a:lvl2pPr marL="342897" algn="l" defTabSz="342897" rtl="0" eaLnBrk="1" latinLnBrk="0" hangingPunct="1">
        <a:defRPr sz="1350" kern="1200">
          <a:solidFill>
            <a:schemeClr val="tx1"/>
          </a:solidFill>
          <a:latin typeface="+mn-lt"/>
          <a:ea typeface="+mn-ea"/>
          <a:cs typeface="+mn-cs"/>
        </a:defRPr>
      </a:lvl2pPr>
      <a:lvl3pPr marL="685793" algn="l" defTabSz="342897" rtl="0" eaLnBrk="1" latinLnBrk="0" hangingPunct="1">
        <a:defRPr sz="1350" kern="1200">
          <a:solidFill>
            <a:schemeClr val="tx1"/>
          </a:solidFill>
          <a:latin typeface="+mn-lt"/>
          <a:ea typeface="+mn-ea"/>
          <a:cs typeface="+mn-cs"/>
        </a:defRPr>
      </a:lvl3pPr>
      <a:lvl4pPr marL="1028690" algn="l" defTabSz="342897" rtl="0" eaLnBrk="1" latinLnBrk="0" hangingPunct="1">
        <a:defRPr sz="1350" kern="1200">
          <a:solidFill>
            <a:schemeClr val="tx1"/>
          </a:solidFill>
          <a:latin typeface="+mn-lt"/>
          <a:ea typeface="+mn-ea"/>
          <a:cs typeface="+mn-cs"/>
        </a:defRPr>
      </a:lvl4pPr>
      <a:lvl5pPr marL="1371586" algn="l" defTabSz="342897" rtl="0" eaLnBrk="1" latinLnBrk="0" hangingPunct="1">
        <a:defRPr sz="1350" kern="1200">
          <a:solidFill>
            <a:schemeClr val="tx1"/>
          </a:solidFill>
          <a:latin typeface="+mn-lt"/>
          <a:ea typeface="+mn-ea"/>
          <a:cs typeface="+mn-cs"/>
        </a:defRPr>
      </a:lvl5pPr>
      <a:lvl6pPr marL="1714483" algn="l" defTabSz="342897" rtl="0" eaLnBrk="1" latinLnBrk="0" hangingPunct="1">
        <a:defRPr sz="1350" kern="1200">
          <a:solidFill>
            <a:schemeClr val="tx1"/>
          </a:solidFill>
          <a:latin typeface="+mn-lt"/>
          <a:ea typeface="+mn-ea"/>
          <a:cs typeface="+mn-cs"/>
        </a:defRPr>
      </a:lvl6pPr>
      <a:lvl7pPr marL="2057379" algn="l" defTabSz="342897" rtl="0" eaLnBrk="1" latinLnBrk="0" hangingPunct="1">
        <a:defRPr sz="1350" kern="1200">
          <a:solidFill>
            <a:schemeClr val="tx1"/>
          </a:solidFill>
          <a:latin typeface="+mn-lt"/>
          <a:ea typeface="+mn-ea"/>
          <a:cs typeface="+mn-cs"/>
        </a:defRPr>
      </a:lvl7pPr>
      <a:lvl8pPr marL="2400276" algn="l" defTabSz="342897" rtl="0" eaLnBrk="1" latinLnBrk="0" hangingPunct="1">
        <a:defRPr sz="1350" kern="1200">
          <a:solidFill>
            <a:schemeClr val="tx1"/>
          </a:solidFill>
          <a:latin typeface="+mn-lt"/>
          <a:ea typeface="+mn-ea"/>
          <a:cs typeface="+mn-cs"/>
        </a:defRPr>
      </a:lvl8pPr>
      <a:lvl9pPr marL="2743173" algn="l" defTabSz="342897"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storymaps.arcgis.com/stories/f189f75b912646b8823f713f17d7fbb0" TargetMode="Externa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3" Type="http://schemas.openxmlformats.org/officeDocument/2006/relationships/hyperlink" Target="https://agupubs.onlinelibrary.wiley.com/doi/10.1029/2024GL110586" TargetMode="External"/><Relationship Id="rId2" Type="http://schemas.openxmlformats.org/officeDocument/2006/relationships/image" Target="../media/image2.png"/><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s://gisynw.github.io/impervious/" TargetMode="Externa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3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3" Type="http://schemas.openxmlformats.org/officeDocument/2006/relationships/hyperlink" Target="https://www.giss.nasa.gov/research/features/201612_clouds/" TargetMode="External"/><Relationship Id="rId2" Type="http://schemas.openxmlformats.org/officeDocument/2006/relationships/image" Target="../media/image7.png"/><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6.xml"/><Relationship Id="rId6" Type="http://schemas.openxmlformats.org/officeDocument/2006/relationships/hyperlink" Target="https://svs.gsfc.nasa.gov/2938/#:~:text=US%20(Southwest%20view)-,NDVI%20Anomalies%20Show%20Areas%20of%20Likely,the%20Western%20US%20(Southwest%20view)&amp;text=Satellite%20data%20can%20gauge%20the,vegetation%20between%201999%20and%202003." TargetMode="External"/><Relationship Id="rId5" Type="http://schemas.openxmlformats.org/officeDocument/2006/relationships/image" Target="../media/image11.png"/><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3" Type="http://schemas.openxmlformats.org/officeDocument/2006/relationships/hyperlink" Target="https://science.nasa.gov/earth/earth-observatory/flooding-along-the-arkansas-river-145108/" TargetMode="External"/><Relationship Id="rId2" Type="http://schemas.openxmlformats.org/officeDocument/2006/relationships/image" Target="../media/image12.png"/><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3" Type="http://schemas.openxmlformats.org/officeDocument/2006/relationships/hyperlink" Target="https://www.mdpi.com/1660-4601/9/11/3843" TargetMode="External"/><Relationship Id="rId2" Type="http://schemas.openxmlformats.org/officeDocument/2006/relationships/image" Target="../media/image13.png"/><Relationship Id="rId1" Type="http://schemas.openxmlformats.org/officeDocument/2006/relationships/slideLayout" Target="../slideLayouts/slideLayout36.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6.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6.xml"/><Relationship Id="rId4" Type="http://schemas.openxmlformats.org/officeDocument/2006/relationships/hyperlink" Target="https://oregonstate.edu/" TargetMode="Externa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hyperlink" Target="https://earthengine.google.com/timelapse/" TargetMode="Externa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B577C-4638-A4C9-7D85-5DA3A1CD44A6}"/>
              </a:ext>
            </a:extLst>
          </p:cNvPr>
          <p:cNvSpPr>
            <a:spLocks noGrp="1"/>
          </p:cNvSpPr>
          <p:nvPr>
            <p:ph type="ctrTitle"/>
          </p:nvPr>
        </p:nvSpPr>
        <p:spPr/>
        <p:txBody>
          <a:bodyPr/>
          <a:lstStyle/>
          <a:p>
            <a:endParaRPr lang="zh-CN" altLang="en-US"/>
          </a:p>
        </p:txBody>
      </p:sp>
      <p:sp>
        <p:nvSpPr>
          <p:cNvPr id="3" name="Subtitle 2">
            <a:extLst>
              <a:ext uri="{FF2B5EF4-FFF2-40B4-BE49-F238E27FC236}">
                <a16:creationId xmlns:a16="http://schemas.microsoft.com/office/drawing/2014/main" id="{47349ECA-E781-F84C-49B2-82E2125EE3B4}"/>
              </a:ext>
            </a:extLst>
          </p:cNvPr>
          <p:cNvSpPr>
            <a:spLocks noGrp="1"/>
          </p:cNvSpPr>
          <p:nvPr>
            <p:ph type="subTitle" idx="1"/>
          </p:nvPr>
        </p:nvSpPr>
        <p:spPr/>
        <p:txBody>
          <a:bodyPr/>
          <a:lstStyle/>
          <a:p>
            <a:endParaRPr lang="zh-CN" altLang="en-US"/>
          </a:p>
        </p:txBody>
      </p:sp>
    </p:spTree>
    <p:extLst>
      <p:ext uri="{BB962C8B-B14F-4D97-AF65-F5344CB8AC3E}">
        <p14:creationId xmlns:p14="http://schemas.microsoft.com/office/powerpoint/2010/main" val="2276923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895" y="702156"/>
            <a:ext cx="8272212" cy="614580"/>
          </a:xfrm>
        </p:spPr>
        <p:txBody>
          <a:bodyPr>
            <a:normAutofit/>
          </a:bodyPr>
          <a:lstStyle/>
          <a:p>
            <a:r>
              <a:rPr lang="en-US" sz="2800" dirty="0"/>
              <a:t>Land use and land cover</a:t>
            </a:r>
            <a:endParaRPr sz="2800" dirty="0"/>
          </a:p>
        </p:txBody>
      </p:sp>
      <p:sp>
        <p:nvSpPr>
          <p:cNvPr id="3" name="Content Placeholder 2"/>
          <p:cNvSpPr>
            <a:spLocks noGrp="1"/>
          </p:cNvSpPr>
          <p:nvPr>
            <p:ph idx="1"/>
          </p:nvPr>
        </p:nvSpPr>
        <p:spPr>
          <a:xfrm>
            <a:off x="435894" y="1598526"/>
            <a:ext cx="8272211" cy="2626260"/>
          </a:xfrm>
        </p:spPr>
        <p:txBody>
          <a:bodyPr>
            <a:normAutofit/>
          </a:bodyPr>
          <a:lstStyle/>
          <a:p>
            <a:r>
              <a:rPr lang="en-US" sz="2400" b="1" dirty="0"/>
              <a:t>Land cover</a:t>
            </a:r>
            <a:r>
              <a:rPr lang="en-US" sz="2400" dirty="0"/>
              <a:t> refers to variations in continuous biophysical characteristics of the Earth’s surface, such as vegetation type and soil properties, across a landscape.</a:t>
            </a:r>
          </a:p>
          <a:p>
            <a:r>
              <a:rPr lang="en-US" sz="2400" b="1" dirty="0"/>
              <a:t>Land-use</a:t>
            </a:r>
            <a:r>
              <a:rPr lang="en-US" sz="2400" dirty="0"/>
              <a:t>, in contrast, describes changes in how humans use or manage a particular area of land.</a:t>
            </a:r>
            <a:endParaRPr sz="2400" dirty="0"/>
          </a:p>
        </p:txBody>
      </p:sp>
      <p:sp>
        <p:nvSpPr>
          <p:cNvPr id="4" name="TextBox 3">
            <a:extLst>
              <a:ext uri="{FF2B5EF4-FFF2-40B4-BE49-F238E27FC236}">
                <a16:creationId xmlns:a16="http://schemas.microsoft.com/office/drawing/2014/main" id="{BAE88E0B-3087-444C-7E90-EA73B6BC2876}"/>
              </a:ext>
            </a:extLst>
          </p:cNvPr>
          <p:cNvSpPr txBox="1"/>
          <p:nvPr/>
        </p:nvSpPr>
        <p:spPr>
          <a:xfrm>
            <a:off x="621792" y="4557576"/>
            <a:ext cx="2953512" cy="369332"/>
          </a:xfrm>
          <a:prstGeom prst="rect">
            <a:avLst/>
          </a:prstGeom>
          <a:noFill/>
        </p:spPr>
        <p:txBody>
          <a:bodyPr wrap="square" rtlCol="0">
            <a:spAutoFit/>
          </a:bodyPr>
          <a:lstStyle/>
          <a:p>
            <a:r>
              <a:rPr lang="en-US" dirty="0">
                <a:hlinkClick r:id="rId2"/>
              </a:rPr>
              <a:t>Lan use and Land cover</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8C7C8-D5E8-5A81-D288-D0918317DDD3}"/>
              </a:ext>
            </a:extLst>
          </p:cNvPr>
          <p:cNvSpPr>
            <a:spLocks noGrp="1"/>
          </p:cNvSpPr>
          <p:nvPr>
            <p:ph type="title"/>
          </p:nvPr>
        </p:nvSpPr>
        <p:spPr>
          <a:xfrm>
            <a:off x="435895" y="702156"/>
            <a:ext cx="8272212" cy="532284"/>
          </a:xfrm>
        </p:spPr>
        <p:txBody>
          <a:bodyPr/>
          <a:lstStyle/>
          <a:p>
            <a:r>
              <a:rPr lang="en-US" dirty="0"/>
              <a:t>EXERCISE 1: EXPLORE DATA IN ARCGIS ONLINE AND LIVING ATLAS</a:t>
            </a:r>
          </a:p>
        </p:txBody>
      </p:sp>
      <p:pic>
        <p:nvPicPr>
          <p:cNvPr id="5" name="Content Placeholder 4">
            <a:extLst>
              <a:ext uri="{FF2B5EF4-FFF2-40B4-BE49-F238E27FC236}">
                <a16:creationId xmlns:a16="http://schemas.microsoft.com/office/drawing/2014/main" id="{B3986F8B-FDCD-3ED7-9731-CE261C9FB7CA}"/>
              </a:ext>
            </a:extLst>
          </p:cNvPr>
          <p:cNvPicPr>
            <a:picLocks noGrp="1" noChangeAspect="1"/>
          </p:cNvPicPr>
          <p:nvPr>
            <p:ph idx="1"/>
          </p:nvPr>
        </p:nvPicPr>
        <p:blipFill>
          <a:blip r:embed="rId2"/>
          <a:stretch>
            <a:fillRect/>
          </a:stretch>
        </p:blipFill>
        <p:spPr>
          <a:xfrm>
            <a:off x="742977" y="1356074"/>
            <a:ext cx="7530030" cy="4543738"/>
          </a:xfrm>
        </p:spPr>
      </p:pic>
    </p:spTree>
    <p:extLst>
      <p:ext uri="{BB962C8B-B14F-4D97-AF65-F5344CB8AC3E}">
        <p14:creationId xmlns:p14="http://schemas.microsoft.com/office/powerpoint/2010/main" val="26637075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895" y="702156"/>
            <a:ext cx="8272212" cy="523140"/>
          </a:xfrm>
        </p:spPr>
        <p:txBody>
          <a:bodyPr>
            <a:normAutofit/>
          </a:bodyPr>
          <a:lstStyle/>
          <a:p>
            <a:r>
              <a:rPr lang="en-US" altLang="zh-CN" sz="2800" dirty="0"/>
              <a:t>What is Change Detection? </a:t>
            </a:r>
            <a:endParaRPr sz="2800" dirty="0"/>
          </a:p>
        </p:txBody>
      </p:sp>
      <p:sp>
        <p:nvSpPr>
          <p:cNvPr id="3" name="Content Placeholder 2"/>
          <p:cNvSpPr>
            <a:spLocks noGrp="1"/>
          </p:cNvSpPr>
          <p:nvPr>
            <p:ph idx="1"/>
          </p:nvPr>
        </p:nvSpPr>
        <p:spPr>
          <a:xfrm>
            <a:off x="573055" y="1536192"/>
            <a:ext cx="8272211" cy="4908397"/>
          </a:xfrm>
        </p:spPr>
        <p:txBody>
          <a:bodyPr>
            <a:noAutofit/>
          </a:bodyPr>
          <a:lstStyle/>
          <a:p>
            <a:r>
              <a:rPr lang="en-US" altLang="zh-CN" sz="2400" dirty="0"/>
              <a:t>The conversion of the landscape from one dominant feature type to another </a:t>
            </a:r>
          </a:p>
          <a:p>
            <a:r>
              <a:rPr lang="en-US" altLang="zh-CN" sz="2400" dirty="0"/>
              <a:t>Examples:</a:t>
            </a:r>
          </a:p>
          <a:p>
            <a:pPr marL="700197" lvl="1" indent="-457200">
              <a:buFont typeface="+mj-lt"/>
              <a:buAutoNum type="arabicPeriod"/>
            </a:pPr>
            <a:r>
              <a:rPr lang="en-US" altLang="zh-CN" sz="2400" dirty="0"/>
              <a:t>Changes in tree cover due to wildfire or land clearing </a:t>
            </a:r>
          </a:p>
          <a:p>
            <a:pPr marL="700197" lvl="1" indent="-457200">
              <a:buFont typeface="+mj-lt"/>
              <a:buAutoNum type="arabicPeriod"/>
            </a:pPr>
            <a:r>
              <a:rPr lang="en-US" altLang="zh-CN" sz="2400" dirty="0"/>
              <a:t>Urbanization </a:t>
            </a:r>
          </a:p>
          <a:p>
            <a:pPr marL="700197" lvl="1" indent="-457200">
              <a:buFont typeface="+mj-lt"/>
              <a:buAutoNum type="arabicPeriod"/>
            </a:pPr>
            <a:r>
              <a:rPr lang="en-US" altLang="zh-CN" sz="2400" dirty="0"/>
              <a:t>Land degradation due to over grazing </a:t>
            </a:r>
          </a:p>
          <a:p>
            <a:r>
              <a:rPr lang="en-US" altLang="zh-CN" sz="2400" dirty="0"/>
              <a:t>Information that can be derived from satellites: </a:t>
            </a:r>
          </a:p>
          <a:p>
            <a:pPr marL="700197" lvl="1" indent="-457200">
              <a:buFont typeface="+mj-lt"/>
              <a:buAutoNum type="arabicPeriod"/>
            </a:pPr>
            <a:r>
              <a:rPr lang="en-US" altLang="zh-CN" sz="2400" dirty="0"/>
              <a:t>Where and when has change taken place? </a:t>
            </a:r>
          </a:p>
          <a:p>
            <a:pPr marL="700197" lvl="1" indent="-457200">
              <a:buFont typeface="+mj-lt"/>
              <a:buAutoNum type="arabicPeriod"/>
            </a:pPr>
            <a:r>
              <a:rPr lang="en-US" altLang="zh-CN" sz="2400" dirty="0"/>
              <a:t>How much and what kind of change has occurred? </a:t>
            </a:r>
          </a:p>
          <a:p>
            <a:pPr marL="700197" lvl="1" indent="-457200">
              <a:buFont typeface="+mj-lt"/>
              <a:buAutoNum type="arabicPeriod"/>
            </a:pPr>
            <a:r>
              <a:rPr lang="en-US" altLang="zh-CN" sz="2400" dirty="0"/>
              <a:t>What are the cycles and trends in the change?</a:t>
            </a:r>
            <a:endParaRPr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D4116-D0C8-3746-36B6-7F54A0310551}"/>
              </a:ext>
            </a:extLst>
          </p:cNvPr>
          <p:cNvSpPr>
            <a:spLocks noGrp="1"/>
          </p:cNvSpPr>
          <p:nvPr>
            <p:ph type="title"/>
          </p:nvPr>
        </p:nvSpPr>
        <p:spPr>
          <a:xfrm>
            <a:off x="435895" y="702156"/>
            <a:ext cx="8272212" cy="550572"/>
          </a:xfrm>
        </p:spPr>
        <p:txBody>
          <a:bodyPr/>
          <a:lstStyle/>
          <a:p>
            <a:r>
              <a:rPr lang="en-US" altLang="zh-CN" sz="2800" dirty="0"/>
              <a:t>Changes in U.S. tree cover</a:t>
            </a:r>
            <a:endParaRPr lang="zh-CN" altLang="en-US" sz="2800" dirty="0"/>
          </a:p>
        </p:txBody>
      </p:sp>
      <p:pic>
        <p:nvPicPr>
          <p:cNvPr id="6" name="Content Placeholder 5">
            <a:extLst>
              <a:ext uri="{FF2B5EF4-FFF2-40B4-BE49-F238E27FC236}">
                <a16:creationId xmlns:a16="http://schemas.microsoft.com/office/drawing/2014/main" id="{70718554-D2EF-AB26-1517-052EF65138E4}"/>
              </a:ext>
            </a:extLst>
          </p:cNvPr>
          <p:cNvPicPr>
            <a:picLocks noGrp="1" noChangeAspect="1"/>
          </p:cNvPicPr>
          <p:nvPr>
            <p:ph idx="1"/>
          </p:nvPr>
        </p:nvPicPr>
        <p:blipFill>
          <a:blip r:embed="rId2"/>
          <a:stretch>
            <a:fillRect/>
          </a:stretch>
        </p:blipFill>
        <p:spPr>
          <a:xfrm>
            <a:off x="435895" y="1441879"/>
            <a:ext cx="8347758" cy="4516437"/>
          </a:xfrm>
          <a:prstGeom prst="rect">
            <a:avLst/>
          </a:prstGeom>
        </p:spPr>
      </p:pic>
      <p:sp>
        <p:nvSpPr>
          <p:cNvPr id="8" name="TextBox 7">
            <a:extLst>
              <a:ext uri="{FF2B5EF4-FFF2-40B4-BE49-F238E27FC236}">
                <a16:creationId xmlns:a16="http://schemas.microsoft.com/office/drawing/2014/main" id="{93772073-7A2A-4291-4C39-CE289A238FAF}"/>
              </a:ext>
            </a:extLst>
          </p:cNvPr>
          <p:cNvSpPr txBox="1"/>
          <p:nvPr/>
        </p:nvSpPr>
        <p:spPr>
          <a:xfrm>
            <a:off x="2871216" y="6451646"/>
            <a:ext cx="6003877" cy="369332"/>
          </a:xfrm>
          <a:prstGeom prst="rect">
            <a:avLst/>
          </a:prstGeom>
          <a:noFill/>
        </p:spPr>
        <p:txBody>
          <a:bodyPr wrap="square">
            <a:spAutoFit/>
          </a:bodyPr>
          <a:lstStyle/>
          <a:p>
            <a:r>
              <a:rPr lang="en-US" altLang="zh-CN" b="0" i="0" dirty="0">
                <a:solidFill>
                  <a:srgbClr val="7C7363"/>
                </a:solidFill>
                <a:effectLst/>
                <a:latin typeface="Moderat"/>
              </a:rPr>
              <a:t>Changes in U.S. tree cover since 2000.</a:t>
            </a:r>
            <a:r>
              <a:rPr lang="en-US" altLang="zh-CN" b="0" i="0" dirty="0">
                <a:solidFill>
                  <a:srgbClr val="000000"/>
                </a:solidFill>
                <a:effectLst/>
                <a:latin typeface="Moderat"/>
              </a:rPr>
              <a:t> </a:t>
            </a:r>
            <a:r>
              <a:rPr lang="en-US" altLang="zh-CN" b="0" i="0" cap="all" dirty="0">
                <a:solidFill>
                  <a:srgbClr val="7C7363"/>
                </a:solidFill>
                <a:effectLst/>
                <a:latin typeface="Moderat"/>
              </a:rPr>
              <a:t>Global Forest Watch</a:t>
            </a:r>
            <a:endParaRPr lang="zh-CN" altLang="en-US" dirty="0"/>
          </a:p>
        </p:txBody>
      </p:sp>
      <p:sp>
        <p:nvSpPr>
          <p:cNvPr id="9" name="TextBox 8">
            <a:extLst>
              <a:ext uri="{FF2B5EF4-FFF2-40B4-BE49-F238E27FC236}">
                <a16:creationId xmlns:a16="http://schemas.microsoft.com/office/drawing/2014/main" id="{A52467FF-5420-EBFA-D3ED-FF0BD0E501E6}"/>
              </a:ext>
            </a:extLst>
          </p:cNvPr>
          <p:cNvSpPr txBox="1"/>
          <p:nvPr/>
        </p:nvSpPr>
        <p:spPr>
          <a:xfrm>
            <a:off x="435895" y="6389870"/>
            <a:ext cx="1603217" cy="369332"/>
          </a:xfrm>
          <a:prstGeom prst="rect">
            <a:avLst/>
          </a:prstGeom>
          <a:noFill/>
        </p:spPr>
        <p:txBody>
          <a:bodyPr wrap="square" rtlCol="0">
            <a:spAutoFit/>
          </a:bodyPr>
          <a:lstStyle/>
          <a:p>
            <a:r>
              <a:rPr lang="en-US" altLang="zh-CN" dirty="0">
                <a:hlinkClick r:id="rId3"/>
              </a:rPr>
              <a:t>Data Source</a:t>
            </a:r>
            <a:endParaRPr lang="zh-CN" altLang="en-US" dirty="0"/>
          </a:p>
        </p:txBody>
      </p:sp>
    </p:spTree>
    <p:extLst>
      <p:ext uri="{BB962C8B-B14F-4D97-AF65-F5344CB8AC3E}">
        <p14:creationId xmlns:p14="http://schemas.microsoft.com/office/powerpoint/2010/main" val="28736443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BB56EB9-078F-4952-AC1F-149C7A0AE4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3772EE4-ED5E-4D3A-A306-B22CF86678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601200"/>
            <a:ext cx="2777490" cy="578936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9A9F2383-35D5-3122-CEAF-18747E76DD2D}"/>
              </a:ext>
            </a:extLst>
          </p:cNvPr>
          <p:cNvSpPr>
            <a:spLocks noGrp="1"/>
          </p:cNvSpPr>
          <p:nvPr>
            <p:ph type="title"/>
          </p:nvPr>
        </p:nvSpPr>
        <p:spPr>
          <a:xfrm>
            <a:off x="504210" y="944752"/>
            <a:ext cx="2444262" cy="628016"/>
          </a:xfrm>
        </p:spPr>
        <p:txBody>
          <a:bodyPr>
            <a:normAutofit/>
          </a:bodyPr>
          <a:lstStyle/>
          <a:p>
            <a:r>
              <a:rPr lang="en-US" altLang="zh-CN" dirty="0">
                <a:solidFill>
                  <a:srgbClr val="FFFFFF"/>
                </a:solidFill>
              </a:rPr>
              <a:t>Urbanization</a:t>
            </a:r>
            <a:endParaRPr lang="zh-CN" altLang="en-US" dirty="0">
              <a:solidFill>
                <a:srgbClr val="FFFFFF"/>
              </a:solidFill>
            </a:endParaRPr>
          </a:p>
        </p:txBody>
      </p:sp>
      <p:sp>
        <p:nvSpPr>
          <p:cNvPr id="17" name="Rectangle 16">
            <a:extLst>
              <a:ext uri="{FF2B5EF4-FFF2-40B4-BE49-F238E27FC236}">
                <a16:creationId xmlns:a16="http://schemas.microsoft.com/office/drawing/2014/main" id="{10058680-D07C-4893-B2B7-91543F18AB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Rectangle 18">
            <a:extLst>
              <a:ext uri="{FF2B5EF4-FFF2-40B4-BE49-F238E27FC236}">
                <a16:creationId xmlns:a16="http://schemas.microsoft.com/office/drawing/2014/main" id="{7B42427A-0A1F-4A55-8705-D9179F1E0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1" name="Rectangle 20">
            <a:extLst>
              <a:ext uri="{FF2B5EF4-FFF2-40B4-BE49-F238E27FC236}">
                <a16:creationId xmlns:a16="http://schemas.microsoft.com/office/drawing/2014/main" id="{EE54A6FE-D8CB-48A3-900B-053D4EBD3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 name="Content Placeholder 3">
            <a:extLst>
              <a:ext uri="{FF2B5EF4-FFF2-40B4-BE49-F238E27FC236}">
                <a16:creationId xmlns:a16="http://schemas.microsoft.com/office/drawing/2014/main" id="{2614454B-9EF5-05F2-BCEC-B37166C2A552}"/>
              </a:ext>
            </a:extLst>
          </p:cNvPr>
          <p:cNvSpPr txBox="1">
            <a:spLocks noGrp="1"/>
          </p:cNvSpPr>
          <p:nvPr>
            <p:ph idx="1"/>
          </p:nvPr>
        </p:nvSpPr>
        <p:spPr>
          <a:xfrm>
            <a:off x="552226" y="1908015"/>
            <a:ext cx="2342838" cy="628016"/>
          </a:xfrm>
          <a:prstGeom prst="rect">
            <a:avLst/>
          </a:prstGeom>
        </p:spPr>
        <p:txBody>
          <a:bodyPr anchor="t">
            <a:normAutofit/>
          </a:bodyPr>
          <a:lstStyle/>
          <a:p>
            <a:r>
              <a:rPr lang="en-US" dirty="0">
                <a:solidFill>
                  <a:schemeClr val="tx1"/>
                </a:solidFill>
                <a:hlinkClick r:id="rId2">
                  <a:extLst>
                    <a:ext uri="{A12FA001-AC4F-418D-AE19-62706E023703}">
                      <ahyp:hlinkClr xmlns:ahyp="http://schemas.microsoft.com/office/drawing/2018/hyperlinkcolor" val="tx"/>
                    </a:ext>
                  </a:extLst>
                </a:hlinkClick>
              </a:rPr>
              <a:t>impervious surface change in Conway and Little Rock</a:t>
            </a:r>
            <a:endParaRPr lang="en-US" dirty="0">
              <a:solidFill>
                <a:schemeClr val="tx1"/>
              </a:solidFill>
            </a:endParaRPr>
          </a:p>
        </p:txBody>
      </p:sp>
      <p:pic>
        <p:nvPicPr>
          <p:cNvPr id="8" name="Picture 7">
            <a:extLst>
              <a:ext uri="{FF2B5EF4-FFF2-40B4-BE49-F238E27FC236}">
                <a16:creationId xmlns:a16="http://schemas.microsoft.com/office/drawing/2014/main" id="{55358918-6E44-6FE8-32E6-330D4DED3211}"/>
              </a:ext>
            </a:extLst>
          </p:cNvPr>
          <p:cNvPicPr>
            <a:picLocks noChangeAspect="1"/>
          </p:cNvPicPr>
          <p:nvPr/>
        </p:nvPicPr>
        <p:blipFill>
          <a:blip r:embed="rId3"/>
          <a:srcRect l="17832" r="15094"/>
          <a:stretch>
            <a:fillRect/>
          </a:stretch>
        </p:blipFill>
        <p:spPr>
          <a:xfrm>
            <a:off x="3181372" y="601200"/>
            <a:ext cx="5627727" cy="5789365"/>
          </a:xfrm>
          <a:prstGeom prst="rect">
            <a:avLst/>
          </a:prstGeom>
        </p:spPr>
      </p:pic>
    </p:spTree>
    <p:extLst>
      <p:ext uri="{BB962C8B-B14F-4D97-AF65-F5344CB8AC3E}">
        <p14:creationId xmlns:p14="http://schemas.microsoft.com/office/powerpoint/2010/main" val="37661438"/>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A89E3-2C35-E772-DD78-2B9ABE57DDE8}"/>
              </a:ext>
            </a:extLst>
          </p:cNvPr>
          <p:cNvSpPr>
            <a:spLocks noGrp="1"/>
          </p:cNvSpPr>
          <p:nvPr>
            <p:ph type="title"/>
          </p:nvPr>
        </p:nvSpPr>
        <p:spPr>
          <a:xfrm>
            <a:off x="484509" y="610716"/>
            <a:ext cx="8272212" cy="477420"/>
          </a:xfrm>
        </p:spPr>
        <p:txBody>
          <a:bodyPr/>
          <a:lstStyle/>
          <a:p>
            <a:r>
              <a:rPr lang="en-US" altLang="zh-CN" dirty="0"/>
              <a:t>forest degradation due to insect</a:t>
            </a:r>
            <a:endParaRPr lang="zh-CN" altLang="en-US" dirty="0"/>
          </a:p>
        </p:txBody>
      </p:sp>
      <p:pic>
        <p:nvPicPr>
          <p:cNvPr id="5" name="Content Placeholder 4">
            <a:extLst>
              <a:ext uri="{FF2B5EF4-FFF2-40B4-BE49-F238E27FC236}">
                <a16:creationId xmlns:a16="http://schemas.microsoft.com/office/drawing/2014/main" id="{FB98EF10-6F9B-DD84-CCB3-E9DD1EA35B9F}"/>
              </a:ext>
            </a:extLst>
          </p:cNvPr>
          <p:cNvPicPr>
            <a:picLocks noGrp="1" noChangeAspect="1"/>
          </p:cNvPicPr>
          <p:nvPr>
            <p:ph idx="1"/>
          </p:nvPr>
        </p:nvPicPr>
        <p:blipFill>
          <a:blip r:embed="rId2"/>
          <a:stretch>
            <a:fillRect/>
          </a:stretch>
        </p:blipFill>
        <p:spPr>
          <a:xfrm>
            <a:off x="460202" y="1179576"/>
            <a:ext cx="3654042" cy="3633787"/>
          </a:xfrm>
          <a:prstGeom prst="rect">
            <a:avLst/>
          </a:prstGeom>
        </p:spPr>
      </p:pic>
      <p:pic>
        <p:nvPicPr>
          <p:cNvPr id="7" name="Picture 6">
            <a:extLst>
              <a:ext uri="{FF2B5EF4-FFF2-40B4-BE49-F238E27FC236}">
                <a16:creationId xmlns:a16="http://schemas.microsoft.com/office/drawing/2014/main" id="{B2C54DB8-EB3F-2D28-8061-B5D10C770B68}"/>
              </a:ext>
            </a:extLst>
          </p:cNvPr>
          <p:cNvPicPr>
            <a:picLocks noChangeAspect="1"/>
          </p:cNvPicPr>
          <p:nvPr/>
        </p:nvPicPr>
        <p:blipFill>
          <a:blip r:embed="rId3"/>
          <a:stretch>
            <a:fillRect/>
          </a:stretch>
        </p:blipFill>
        <p:spPr>
          <a:xfrm>
            <a:off x="5078372" y="1179576"/>
            <a:ext cx="3678349" cy="3633787"/>
          </a:xfrm>
          <a:prstGeom prst="rect">
            <a:avLst/>
          </a:prstGeom>
        </p:spPr>
      </p:pic>
      <p:sp>
        <p:nvSpPr>
          <p:cNvPr id="8" name="TextBox 7">
            <a:extLst>
              <a:ext uri="{FF2B5EF4-FFF2-40B4-BE49-F238E27FC236}">
                <a16:creationId xmlns:a16="http://schemas.microsoft.com/office/drawing/2014/main" id="{E599EBCA-D88A-662D-BF03-BBCC5E2A72BC}"/>
              </a:ext>
            </a:extLst>
          </p:cNvPr>
          <p:cNvSpPr txBox="1"/>
          <p:nvPr/>
        </p:nvSpPr>
        <p:spPr>
          <a:xfrm>
            <a:off x="460202" y="4909775"/>
            <a:ext cx="3654041" cy="369332"/>
          </a:xfrm>
          <a:prstGeom prst="rect">
            <a:avLst/>
          </a:prstGeom>
          <a:noFill/>
        </p:spPr>
        <p:txBody>
          <a:bodyPr wrap="square" rtlCol="0">
            <a:spAutoFit/>
          </a:bodyPr>
          <a:lstStyle/>
          <a:p>
            <a:pPr algn="ctr"/>
            <a:r>
              <a:rPr lang="en-US" altLang="zh-CN" dirty="0"/>
              <a:t>September, 2005</a:t>
            </a:r>
            <a:endParaRPr lang="zh-CN" altLang="en-US" dirty="0"/>
          </a:p>
        </p:txBody>
      </p:sp>
      <p:sp>
        <p:nvSpPr>
          <p:cNvPr id="11" name="TextBox 10">
            <a:extLst>
              <a:ext uri="{FF2B5EF4-FFF2-40B4-BE49-F238E27FC236}">
                <a16:creationId xmlns:a16="http://schemas.microsoft.com/office/drawing/2014/main" id="{6DF28DBA-BB95-4305-2F41-DCCBAD30D77E}"/>
              </a:ext>
            </a:extLst>
          </p:cNvPr>
          <p:cNvSpPr txBox="1"/>
          <p:nvPr/>
        </p:nvSpPr>
        <p:spPr>
          <a:xfrm>
            <a:off x="5078372" y="4909775"/>
            <a:ext cx="3654041" cy="369332"/>
          </a:xfrm>
          <a:prstGeom prst="rect">
            <a:avLst/>
          </a:prstGeom>
          <a:noFill/>
        </p:spPr>
        <p:txBody>
          <a:bodyPr wrap="square" rtlCol="0">
            <a:spAutoFit/>
          </a:bodyPr>
          <a:lstStyle/>
          <a:p>
            <a:pPr algn="ctr"/>
            <a:r>
              <a:rPr lang="en-US" altLang="zh-CN" dirty="0"/>
              <a:t>September, 2011</a:t>
            </a:r>
            <a:endParaRPr lang="zh-CN" altLang="en-US" dirty="0"/>
          </a:p>
        </p:txBody>
      </p:sp>
      <p:sp>
        <p:nvSpPr>
          <p:cNvPr id="12" name="TextBox 11">
            <a:extLst>
              <a:ext uri="{FF2B5EF4-FFF2-40B4-BE49-F238E27FC236}">
                <a16:creationId xmlns:a16="http://schemas.microsoft.com/office/drawing/2014/main" id="{175F1393-EF04-87DB-901B-BB8807B25A15}"/>
              </a:ext>
            </a:extLst>
          </p:cNvPr>
          <p:cNvSpPr txBox="1"/>
          <p:nvPr/>
        </p:nvSpPr>
        <p:spPr>
          <a:xfrm>
            <a:off x="373227" y="5288251"/>
            <a:ext cx="8494776" cy="1477328"/>
          </a:xfrm>
          <a:prstGeom prst="rect">
            <a:avLst/>
          </a:prstGeom>
          <a:noFill/>
        </p:spPr>
        <p:txBody>
          <a:bodyPr wrap="square" rtlCol="0">
            <a:spAutoFit/>
          </a:bodyPr>
          <a:lstStyle/>
          <a:p>
            <a:r>
              <a:rPr lang="en-US" altLang="zh-CN" dirty="0"/>
              <a:t>Pine bark beetles are tiny—about the size of a grain of rice—but large outbreaks can severely damage forest ecosystems.</a:t>
            </a:r>
          </a:p>
          <a:p>
            <a:br>
              <a:rPr lang="en-US" altLang="zh-CN" dirty="0"/>
            </a:br>
            <a:r>
              <a:rPr lang="en-US" altLang="zh-CN" dirty="0"/>
              <a:t>In Colorado, a major beetle infestation spread across the Rocky Mountains since 2000, killing vast areas of pine forests, with impacts clearly visible in Landsat satellite imagery.</a:t>
            </a:r>
            <a:endParaRPr lang="zh-CN" altLang="en-US" dirty="0"/>
          </a:p>
        </p:txBody>
      </p:sp>
    </p:spTree>
    <p:extLst>
      <p:ext uri="{BB962C8B-B14F-4D97-AF65-F5344CB8AC3E}">
        <p14:creationId xmlns:p14="http://schemas.microsoft.com/office/powerpoint/2010/main" val="3270602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B9DDA3-CC94-B63F-3307-0F4D7EFFE808}"/>
              </a:ext>
            </a:extLst>
          </p:cNvPr>
          <p:cNvSpPr>
            <a:spLocks noGrp="1"/>
          </p:cNvSpPr>
          <p:nvPr>
            <p:ph type="title"/>
          </p:nvPr>
        </p:nvSpPr>
        <p:spPr>
          <a:xfrm>
            <a:off x="435895" y="702156"/>
            <a:ext cx="8272212" cy="532284"/>
          </a:xfrm>
        </p:spPr>
        <p:txBody>
          <a:bodyPr>
            <a:normAutofit/>
          </a:bodyPr>
          <a:lstStyle/>
          <a:p>
            <a:r>
              <a:rPr lang="en-US" altLang="zh-CN" sz="2800" dirty="0"/>
              <a:t>Change Detection Goals</a:t>
            </a:r>
            <a:endParaRPr lang="zh-CN" altLang="en-US" sz="2800" dirty="0"/>
          </a:p>
        </p:txBody>
      </p:sp>
      <p:sp>
        <p:nvSpPr>
          <p:cNvPr id="3" name="Content Placeholder 2">
            <a:extLst>
              <a:ext uri="{FF2B5EF4-FFF2-40B4-BE49-F238E27FC236}">
                <a16:creationId xmlns:a16="http://schemas.microsoft.com/office/drawing/2014/main" id="{A71A26B7-0BC0-4CA0-91E4-26085564520F}"/>
              </a:ext>
            </a:extLst>
          </p:cNvPr>
          <p:cNvSpPr>
            <a:spLocks noGrp="1"/>
          </p:cNvSpPr>
          <p:nvPr>
            <p:ph idx="1"/>
          </p:nvPr>
        </p:nvSpPr>
        <p:spPr>
          <a:xfrm>
            <a:off x="527335" y="1335238"/>
            <a:ext cx="8272211" cy="2194559"/>
          </a:xfrm>
        </p:spPr>
        <p:txBody>
          <a:bodyPr>
            <a:normAutofit/>
          </a:bodyPr>
          <a:lstStyle/>
          <a:p>
            <a:r>
              <a:rPr lang="en-US" altLang="zh-CN" sz="2400" dirty="0">
                <a:latin typeface="Times New Roman" panose="02020603050405020304" pitchFamily="18" charset="0"/>
                <a:cs typeface="Times New Roman" panose="02020603050405020304" pitchFamily="18" charset="0"/>
              </a:rPr>
              <a:t>Change Detection Goals </a:t>
            </a:r>
          </a:p>
          <a:p>
            <a:pPr marL="700197" lvl="1" indent="-457200">
              <a:buFont typeface="+mj-lt"/>
              <a:buAutoNum type="arabicPeriod"/>
            </a:pPr>
            <a:r>
              <a:rPr lang="en-US" altLang="zh-CN" sz="2250" dirty="0">
                <a:latin typeface="Times New Roman" panose="02020603050405020304" pitchFamily="18" charset="0"/>
                <a:cs typeface="Times New Roman" panose="02020603050405020304" pitchFamily="18" charset="0"/>
              </a:rPr>
              <a:t>Identification of the geographical location and types of changes </a:t>
            </a:r>
          </a:p>
          <a:p>
            <a:pPr marL="700197" lvl="1" indent="-457200">
              <a:buFont typeface="+mj-lt"/>
              <a:buAutoNum type="arabicPeriod"/>
            </a:pPr>
            <a:r>
              <a:rPr lang="en-US" altLang="zh-CN" sz="2250" dirty="0">
                <a:latin typeface="Times New Roman" panose="02020603050405020304" pitchFamily="18" charset="0"/>
                <a:cs typeface="Times New Roman" panose="02020603050405020304" pitchFamily="18" charset="0"/>
              </a:rPr>
              <a:t>Quantification of changes </a:t>
            </a:r>
          </a:p>
          <a:p>
            <a:pPr marL="700197" lvl="1" indent="-457200">
              <a:buFont typeface="+mj-lt"/>
              <a:buAutoNum type="arabicPeriod"/>
            </a:pPr>
            <a:r>
              <a:rPr lang="en-US" altLang="zh-CN" sz="2250" dirty="0">
                <a:latin typeface="Times New Roman" panose="02020603050405020304" pitchFamily="18" charset="0"/>
                <a:cs typeface="Times New Roman" panose="02020603050405020304" pitchFamily="18" charset="0"/>
              </a:rPr>
              <a:t>Assessment of the accuracy of the change</a:t>
            </a:r>
          </a:p>
        </p:txBody>
      </p:sp>
      <p:sp>
        <p:nvSpPr>
          <p:cNvPr id="4" name="TextBox 3">
            <a:extLst>
              <a:ext uri="{FF2B5EF4-FFF2-40B4-BE49-F238E27FC236}">
                <a16:creationId xmlns:a16="http://schemas.microsoft.com/office/drawing/2014/main" id="{21C319E1-EE46-2733-E25A-1920A22C2BBD}"/>
              </a:ext>
            </a:extLst>
          </p:cNvPr>
          <p:cNvSpPr txBox="1"/>
          <p:nvPr/>
        </p:nvSpPr>
        <p:spPr>
          <a:xfrm>
            <a:off x="1110996" y="3922776"/>
            <a:ext cx="6922008" cy="1323439"/>
          </a:xfrm>
          <a:prstGeom prst="rect">
            <a:avLst/>
          </a:prstGeom>
          <a:noFill/>
        </p:spPr>
        <p:txBody>
          <a:bodyPr wrap="square" rtlCol="0">
            <a:spAutoFit/>
          </a:bodyPr>
          <a:lstStyle/>
          <a:p>
            <a:r>
              <a:rPr lang="en-US" altLang="zh-CN" sz="2000" i="1" dirty="0">
                <a:solidFill>
                  <a:schemeClr val="accent5">
                    <a:lumMod val="50000"/>
                  </a:schemeClr>
                </a:solidFill>
              </a:rPr>
              <a:t>Identifying the location of and quantifying change is easy. </a:t>
            </a:r>
          </a:p>
          <a:p>
            <a:endParaRPr lang="en-US" altLang="zh-CN" sz="2000" i="1" dirty="0">
              <a:solidFill>
                <a:schemeClr val="accent5">
                  <a:lumMod val="50000"/>
                </a:schemeClr>
              </a:solidFill>
            </a:endParaRPr>
          </a:p>
          <a:p>
            <a:r>
              <a:rPr lang="en-US" altLang="zh-CN" sz="2000" i="1" dirty="0">
                <a:solidFill>
                  <a:schemeClr val="accent5">
                    <a:lumMod val="50000"/>
                  </a:schemeClr>
                </a:solidFill>
              </a:rPr>
              <a:t>Identifying the cause of change is not</a:t>
            </a:r>
            <a:endParaRPr lang="zh-CN" altLang="en-US" sz="2000" i="1" dirty="0">
              <a:solidFill>
                <a:schemeClr val="accent5">
                  <a:lumMod val="50000"/>
                </a:schemeClr>
              </a:solidFill>
            </a:endParaRPr>
          </a:p>
          <a:p>
            <a:endParaRPr lang="zh-CN" altLang="en-US" sz="2000" i="1" dirty="0">
              <a:solidFill>
                <a:schemeClr val="accent5">
                  <a:lumMod val="50000"/>
                </a:schemeClr>
              </a:solidFill>
            </a:endParaRPr>
          </a:p>
        </p:txBody>
      </p:sp>
    </p:spTree>
    <p:extLst>
      <p:ext uri="{BB962C8B-B14F-4D97-AF65-F5344CB8AC3E}">
        <p14:creationId xmlns:p14="http://schemas.microsoft.com/office/powerpoint/2010/main" val="2981288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B86E2-7CC7-E62F-A7E4-05CA7752A0B2}"/>
              </a:ext>
            </a:extLst>
          </p:cNvPr>
          <p:cNvSpPr>
            <a:spLocks noGrp="1"/>
          </p:cNvSpPr>
          <p:nvPr>
            <p:ph type="title"/>
          </p:nvPr>
        </p:nvSpPr>
        <p:spPr>
          <a:xfrm>
            <a:off x="435895" y="587182"/>
            <a:ext cx="8272212" cy="471556"/>
          </a:xfrm>
        </p:spPr>
        <p:txBody>
          <a:bodyPr/>
          <a:lstStyle/>
          <a:p>
            <a:r>
              <a:rPr lang="en-US" altLang="zh-CN" dirty="0"/>
              <a:t>Brings Green to Saudi Arabia</a:t>
            </a:r>
            <a:endParaRPr lang="zh-CN" altLang="en-US" dirty="0"/>
          </a:p>
        </p:txBody>
      </p:sp>
      <p:pic>
        <p:nvPicPr>
          <p:cNvPr id="5" name="Content Placeholder 4">
            <a:extLst>
              <a:ext uri="{FF2B5EF4-FFF2-40B4-BE49-F238E27FC236}">
                <a16:creationId xmlns:a16="http://schemas.microsoft.com/office/drawing/2014/main" id="{74C19228-0740-A36D-01B9-CDDC7A86645A}"/>
              </a:ext>
            </a:extLst>
          </p:cNvPr>
          <p:cNvPicPr>
            <a:picLocks noGrp="1" noChangeAspect="1"/>
          </p:cNvPicPr>
          <p:nvPr>
            <p:ph idx="1"/>
          </p:nvPr>
        </p:nvPicPr>
        <p:blipFill>
          <a:blip r:embed="rId2"/>
          <a:stretch>
            <a:fillRect/>
          </a:stretch>
        </p:blipFill>
        <p:spPr>
          <a:xfrm>
            <a:off x="1425006" y="1205042"/>
            <a:ext cx="6091362" cy="4142740"/>
          </a:xfrm>
          <a:prstGeom prst="rect">
            <a:avLst/>
          </a:prstGeom>
        </p:spPr>
      </p:pic>
      <p:sp>
        <p:nvSpPr>
          <p:cNvPr id="6" name="TextBox 5">
            <a:extLst>
              <a:ext uri="{FF2B5EF4-FFF2-40B4-BE49-F238E27FC236}">
                <a16:creationId xmlns:a16="http://schemas.microsoft.com/office/drawing/2014/main" id="{C50E3A93-D860-A353-1D9F-D3D950FC76F2}"/>
              </a:ext>
            </a:extLst>
          </p:cNvPr>
          <p:cNvSpPr txBox="1"/>
          <p:nvPr/>
        </p:nvSpPr>
        <p:spPr>
          <a:xfrm>
            <a:off x="210312" y="5417179"/>
            <a:ext cx="8933688" cy="1477328"/>
          </a:xfrm>
          <a:prstGeom prst="rect">
            <a:avLst/>
          </a:prstGeom>
          <a:noFill/>
        </p:spPr>
        <p:txBody>
          <a:bodyPr wrap="square" rtlCol="0">
            <a:spAutoFit/>
          </a:bodyPr>
          <a:lstStyle/>
          <a:p>
            <a:r>
              <a:rPr lang="en-US" altLang="zh-CN" dirty="0"/>
              <a:t>Over the past 25 years, NASA’s Landsat satellites have documented the rapid expansion of agriculture in the northern Syrian Desert of Saudi Arabia using center-pivot irrigation.</a:t>
            </a:r>
          </a:p>
          <a:p>
            <a:br>
              <a:rPr lang="en-US" altLang="zh-CN" dirty="0"/>
            </a:br>
            <a:r>
              <a:rPr lang="en-US" altLang="zh-CN" dirty="0"/>
              <a:t>This farming relies on deep underground water in an extremely arid region that receives only about one inch of rainfall per year and may remain economically viable for roughly 50 years.</a:t>
            </a:r>
            <a:endParaRPr lang="zh-CN" altLang="en-US" dirty="0"/>
          </a:p>
        </p:txBody>
      </p:sp>
    </p:spTree>
    <p:extLst>
      <p:ext uri="{BB962C8B-B14F-4D97-AF65-F5344CB8AC3E}">
        <p14:creationId xmlns:p14="http://schemas.microsoft.com/office/powerpoint/2010/main" val="18581214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2BCCFE-B5BD-3FF8-C489-83190C528A07}"/>
              </a:ext>
            </a:extLst>
          </p:cNvPr>
          <p:cNvSpPr>
            <a:spLocks noGrp="1"/>
          </p:cNvSpPr>
          <p:nvPr>
            <p:ph type="title"/>
          </p:nvPr>
        </p:nvSpPr>
        <p:spPr>
          <a:xfrm>
            <a:off x="435895" y="702156"/>
            <a:ext cx="8272212" cy="523140"/>
          </a:xfrm>
        </p:spPr>
        <p:txBody>
          <a:bodyPr/>
          <a:lstStyle/>
          <a:p>
            <a:r>
              <a:rPr lang="en-US" altLang="zh-CN" dirty="0"/>
              <a:t>What are the criteria for image selection</a:t>
            </a:r>
            <a:endParaRPr lang="zh-CN" altLang="en-US" dirty="0"/>
          </a:p>
        </p:txBody>
      </p:sp>
      <p:sp>
        <p:nvSpPr>
          <p:cNvPr id="3" name="Content Placeholder 2">
            <a:extLst>
              <a:ext uri="{FF2B5EF4-FFF2-40B4-BE49-F238E27FC236}">
                <a16:creationId xmlns:a16="http://schemas.microsoft.com/office/drawing/2014/main" id="{48E671C5-FF06-0004-AAFE-7DD2862ED65D}"/>
              </a:ext>
            </a:extLst>
          </p:cNvPr>
          <p:cNvSpPr>
            <a:spLocks noGrp="1"/>
          </p:cNvSpPr>
          <p:nvPr>
            <p:ph idx="1"/>
          </p:nvPr>
        </p:nvSpPr>
        <p:spPr>
          <a:xfrm>
            <a:off x="435896" y="1389889"/>
            <a:ext cx="8272211" cy="3634487"/>
          </a:xfrm>
        </p:spPr>
        <p:txBody>
          <a:bodyPr>
            <a:normAutofit/>
          </a:bodyPr>
          <a:lstStyle/>
          <a:p>
            <a:r>
              <a:rPr lang="en-US" altLang="zh-CN" sz="2400" dirty="0"/>
              <a:t>The challenge is to separate real change from spectral change. Choose images that are: </a:t>
            </a:r>
          </a:p>
          <a:p>
            <a:pPr lvl="1">
              <a:buFont typeface="+mj-lt"/>
              <a:buAutoNum type="arabicPeriod"/>
            </a:pPr>
            <a:r>
              <a:rPr lang="en-US" altLang="zh-CN" sz="2400" dirty="0"/>
              <a:t>Collected at a similar time of day  </a:t>
            </a:r>
          </a:p>
          <a:p>
            <a:pPr lvl="1">
              <a:buFont typeface="+mj-lt"/>
              <a:buAutoNum type="arabicPeriod"/>
            </a:pPr>
            <a:r>
              <a:rPr lang="en-US" altLang="zh-CN" sz="2400" dirty="0"/>
              <a:t>Collected during the same season</a:t>
            </a:r>
          </a:p>
          <a:p>
            <a:pPr lvl="1">
              <a:buFont typeface="+mj-lt"/>
              <a:buAutoNum type="arabicPeriod"/>
            </a:pPr>
            <a:r>
              <a:rPr lang="en-US" altLang="zh-CN" sz="2400" dirty="0"/>
              <a:t>Nearly cloud free </a:t>
            </a:r>
          </a:p>
          <a:p>
            <a:pPr lvl="1">
              <a:buFont typeface="+mj-lt"/>
              <a:buAutoNum type="arabicPeriod"/>
            </a:pPr>
            <a:r>
              <a:rPr lang="en-US" altLang="zh-CN" sz="2400" dirty="0"/>
              <a:t>Co-registered with one another </a:t>
            </a:r>
          </a:p>
          <a:p>
            <a:pPr lvl="1">
              <a:buFont typeface="+mj-lt"/>
              <a:buAutoNum type="arabicPeriod"/>
            </a:pPr>
            <a:r>
              <a:rPr lang="en-US" altLang="zh-CN" sz="2400" dirty="0"/>
              <a:t>Radiometrically and Atmospherically corrected</a:t>
            </a:r>
            <a:endParaRPr lang="zh-CN" altLang="en-US" sz="2400" dirty="0"/>
          </a:p>
        </p:txBody>
      </p:sp>
    </p:spTree>
    <p:extLst>
      <p:ext uri="{BB962C8B-B14F-4D97-AF65-F5344CB8AC3E}">
        <p14:creationId xmlns:p14="http://schemas.microsoft.com/office/powerpoint/2010/main" val="6834925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DD651B61-325E-4E73-8445-38B0DE8AAA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2" name="Rectangle 11">
            <a:extLst>
              <a:ext uri="{FF2B5EF4-FFF2-40B4-BE49-F238E27FC236}">
                <a16:creationId xmlns:a16="http://schemas.microsoft.com/office/drawing/2014/main" id="{B42E5253-D3AC-4AC2-B766-8B34F13C2F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4" name="Rectangle 13">
            <a:extLst>
              <a:ext uri="{FF2B5EF4-FFF2-40B4-BE49-F238E27FC236}">
                <a16:creationId xmlns:a16="http://schemas.microsoft.com/office/drawing/2014/main" id="{10AE8D57-436A-4073-9A75-15BB5949F8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6" name="Rectangle 15">
            <a:extLst>
              <a:ext uri="{FF2B5EF4-FFF2-40B4-BE49-F238E27FC236}">
                <a16:creationId xmlns:a16="http://schemas.microsoft.com/office/drawing/2014/main" id="{E2852671-8EB6-4EAF-8AF8-65CF3FD66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3085764"/>
            <a:ext cx="8474199"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useBgFill="1">
        <p:nvSpPr>
          <p:cNvPr id="18" name="Rectangle 17">
            <a:extLst>
              <a:ext uri="{FF2B5EF4-FFF2-40B4-BE49-F238E27FC236}">
                <a16:creationId xmlns:a16="http://schemas.microsoft.com/office/drawing/2014/main" id="{963FC0CD-F19B-4D9C-9C47-EB7E9D16E4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DCF6AA-3BA5-ACA1-6D0E-1F0129F82B24}"/>
              </a:ext>
            </a:extLst>
          </p:cNvPr>
          <p:cNvSpPr>
            <a:spLocks noGrp="1"/>
          </p:cNvSpPr>
          <p:nvPr>
            <p:ph type="title"/>
          </p:nvPr>
        </p:nvSpPr>
        <p:spPr>
          <a:xfrm>
            <a:off x="435893" y="723901"/>
            <a:ext cx="8245162" cy="1428750"/>
          </a:xfrm>
        </p:spPr>
        <p:txBody>
          <a:bodyPr vert="horz" lIns="91440" tIns="45720" rIns="91440" bIns="45720" rtlCol="0" anchor="b">
            <a:normAutofit/>
          </a:bodyPr>
          <a:lstStyle/>
          <a:p>
            <a:pPr defTabSz="457200"/>
            <a:r>
              <a:rPr lang="en-US" altLang="zh-CN" sz="3600" dirty="0"/>
              <a:t>Image with cloud coverage and without</a:t>
            </a:r>
          </a:p>
        </p:txBody>
      </p:sp>
      <p:sp>
        <p:nvSpPr>
          <p:cNvPr id="20" name="Rectangle 19">
            <a:extLst>
              <a:ext uri="{FF2B5EF4-FFF2-40B4-BE49-F238E27FC236}">
                <a16:creationId xmlns:a16="http://schemas.microsoft.com/office/drawing/2014/main" id="{2E70159E-5269-4C18-AA0B-D50513DB3B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2" name="Rectangle 21">
            <a:extLst>
              <a:ext uri="{FF2B5EF4-FFF2-40B4-BE49-F238E27FC236}">
                <a16:creationId xmlns:a16="http://schemas.microsoft.com/office/drawing/2014/main" id="{BBBE9C8C-98B2-41C2-B47B-9A396CBA23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4" name="Rectangle 23">
            <a:extLst>
              <a:ext uri="{FF2B5EF4-FFF2-40B4-BE49-F238E27FC236}">
                <a16:creationId xmlns:a16="http://schemas.microsoft.com/office/drawing/2014/main" id="{B2ECCA3D-5ECA-4A8B-B9D7-CE6DEB72B9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pic>
        <p:nvPicPr>
          <p:cNvPr id="5" name="Content Placeholder 4">
            <a:extLst>
              <a:ext uri="{FF2B5EF4-FFF2-40B4-BE49-F238E27FC236}">
                <a16:creationId xmlns:a16="http://schemas.microsoft.com/office/drawing/2014/main" id="{6BED9570-7267-18AE-88AE-6E185F749F8F}"/>
              </a:ext>
            </a:extLst>
          </p:cNvPr>
          <p:cNvPicPr>
            <a:picLocks noGrp="1" noChangeAspect="1"/>
          </p:cNvPicPr>
          <p:nvPr>
            <p:ph idx="1"/>
          </p:nvPr>
        </p:nvPicPr>
        <p:blipFill>
          <a:blip r:embed="rId2"/>
          <a:stretch>
            <a:fillRect/>
          </a:stretch>
        </p:blipFill>
        <p:spPr>
          <a:xfrm>
            <a:off x="334900" y="2651677"/>
            <a:ext cx="8187348" cy="2681356"/>
          </a:xfrm>
          <a:prstGeom prst="rect">
            <a:avLst/>
          </a:prstGeom>
        </p:spPr>
      </p:pic>
      <p:sp>
        <p:nvSpPr>
          <p:cNvPr id="6" name="TextBox 5">
            <a:extLst>
              <a:ext uri="{FF2B5EF4-FFF2-40B4-BE49-F238E27FC236}">
                <a16:creationId xmlns:a16="http://schemas.microsoft.com/office/drawing/2014/main" id="{866A4549-7C60-E889-5D65-7C05869C766E}"/>
              </a:ext>
            </a:extLst>
          </p:cNvPr>
          <p:cNvSpPr txBox="1"/>
          <p:nvPr/>
        </p:nvSpPr>
        <p:spPr>
          <a:xfrm>
            <a:off x="334900" y="5767120"/>
            <a:ext cx="1737360" cy="369332"/>
          </a:xfrm>
          <a:prstGeom prst="rect">
            <a:avLst/>
          </a:prstGeom>
          <a:noFill/>
        </p:spPr>
        <p:txBody>
          <a:bodyPr wrap="square" rtlCol="0">
            <a:spAutoFit/>
          </a:bodyPr>
          <a:lstStyle/>
          <a:p>
            <a:r>
              <a:rPr lang="en-US" altLang="zh-CN" dirty="0">
                <a:hlinkClick r:id="rId3"/>
              </a:rPr>
              <a:t>Data Source</a:t>
            </a:r>
            <a:endParaRPr lang="zh-CN" altLang="en-US" dirty="0"/>
          </a:p>
        </p:txBody>
      </p:sp>
    </p:spTree>
    <p:extLst>
      <p:ext uri="{BB962C8B-B14F-4D97-AF65-F5344CB8AC3E}">
        <p14:creationId xmlns:p14="http://schemas.microsoft.com/office/powerpoint/2010/main" val="5881656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66109-98D6-059F-ACEE-A77A5DF1FBBD}"/>
              </a:ext>
            </a:extLst>
          </p:cNvPr>
          <p:cNvSpPr>
            <a:spLocks noGrp="1"/>
          </p:cNvSpPr>
          <p:nvPr>
            <p:ph type="title"/>
          </p:nvPr>
        </p:nvSpPr>
        <p:spPr>
          <a:xfrm>
            <a:off x="435895" y="866748"/>
            <a:ext cx="8272212" cy="513996"/>
          </a:xfrm>
        </p:spPr>
        <p:txBody>
          <a:bodyPr>
            <a:noAutofit/>
          </a:bodyPr>
          <a:lstStyle/>
          <a:p>
            <a:r>
              <a:rPr lang="en-US" altLang="zh-CN" sz="3200" dirty="0"/>
              <a:t>Collection Time and Dates</a:t>
            </a:r>
            <a:endParaRPr lang="zh-CN" altLang="en-US" sz="3200" dirty="0"/>
          </a:p>
        </p:txBody>
      </p:sp>
      <p:sp>
        <p:nvSpPr>
          <p:cNvPr id="3" name="Content Placeholder 2">
            <a:extLst>
              <a:ext uri="{FF2B5EF4-FFF2-40B4-BE49-F238E27FC236}">
                <a16:creationId xmlns:a16="http://schemas.microsoft.com/office/drawing/2014/main" id="{F1C9BBD6-0C9D-4EC4-4D76-377F29BA8E72}"/>
              </a:ext>
            </a:extLst>
          </p:cNvPr>
          <p:cNvSpPr>
            <a:spLocks noGrp="1"/>
          </p:cNvSpPr>
          <p:nvPr>
            <p:ph idx="1"/>
          </p:nvPr>
        </p:nvSpPr>
        <p:spPr>
          <a:xfrm>
            <a:off x="435896" y="1609345"/>
            <a:ext cx="8272211" cy="4151375"/>
          </a:xfrm>
        </p:spPr>
        <p:txBody>
          <a:bodyPr>
            <a:noAutofit/>
          </a:bodyPr>
          <a:lstStyle/>
          <a:p>
            <a:r>
              <a:rPr lang="en-US" altLang="zh-CN" sz="2400" dirty="0"/>
              <a:t>Collection Time and Dates </a:t>
            </a:r>
          </a:p>
          <a:p>
            <a:r>
              <a:rPr lang="en-US" altLang="zh-CN" sz="2400" dirty="0"/>
              <a:t>Images need to be collected at about the same time of day to reduce differences in sun angle </a:t>
            </a:r>
          </a:p>
          <a:p>
            <a:r>
              <a:rPr lang="en-US" altLang="zh-CN" sz="2400" dirty="0"/>
              <a:t>Ideally, images from different years should be within the same month to avoid seasonal and phenological differences</a:t>
            </a:r>
          </a:p>
          <a:p>
            <a:pPr lvl="1">
              <a:buFont typeface="+mj-lt"/>
              <a:buAutoNum type="arabicPeriod"/>
            </a:pPr>
            <a:r>
              <a:rPr lang="en-US" altLang="zh-CN" sz="2400" dirty="0"/>
              <a:t>Differences in vegetation greenness </a:t>
            </a:r>
          </a:p>
          <a:p>
            <a:r>
              <a:rPr lang="en-US" altLang="zh-CN" sz="2400" dirty="0"/>
              <a:t>Be aware of different annual precipitation amounts </a:t>
            </a:r>
          </a:p>
          <a:p>
            <a:pPr lvl="1">
              <a:buFont typeface="+mj-lt"/>
              <a:buAutoNum type="arabicPeriod"/>
            </a:pPr>
            <a:r>
              <a:rPr lang="en-US" altLang="zh-CN" sz="2400" dirty="0"/>
              <a:t>Drought years vs. non-drought years </a:t>
            </a:r>
            <a:endParaRPr lang="zh-CN" altLang="en-US" sz="2400" dirty="0"/>
          </a:p>
        </p:txBody>
      </p:sp>
    </p:spTree>
    <p:extLst>
      <p:ext uri="{BB962C8B-B14F-4D97-AF65-F5344CB8AC3E}">
        <p14:creationId xmlns:p14="http://schemas.microsoft.com/office/powerpoint/2010/main" val="11930625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CF355-91B6-595B-B567-06F5E86A27C1}"/>
              </a:ext>
            </a:extLst>
          </p:cNvPr>
          <p:cNvSpPr>
            <a:spLocks noGrp="1"/>
          </p:cNvSpPr>
          <p:nvPr>
            <p:ph type="title"/>
          </p:nvPr>
        </p:nvSpPr>
        <p:spPr>
          <a:xfrm>
            <a:off x="435894" y="702156"/>
            <a:ext cx="7784561" cy="615624"/>
          </a:xfrm>
        </p:spPr>
        <p:txBody>
          <a:bodyPr>
            <a:normAutofit/>
          </a:bodyPr>
          <a:lstStyle/>
          <a:p>
            <a:r>
              <a:rPr lang="en-US" altLang="zh-CN" sz="3200" dirty="0"/>
              <a:t>Drought areas change</a:t>
            </a:r>
            <a:endParaRPr lang="zh-CN" altLang="en-US" sz="3200" dirty="0"/>
          </a:p>
        </p:txBody>
      </p:sp>
      <p:pic>
        <p:nvPicPr>
          <p:cNvPr id="9" name="Content Placeholder 8">
            <a:extLst>
              <a:ext uri="{FF2B5EF4-FFF2-40B4-BE49-F238E27FC236}">
                <a16:creationId xmlns:a16="http://schemas.microsoft.com/office/drawing/2014/main" id="{F0D51C42-B213-473C-C72E-90B16CE77998}"/>
              </a:ext>
            </a:extLst>
          </p:cNvPr>
          <p:cNvPicPr>
            <a:picLocks noGrp="1" noChangeAspect="1"/>
          </p:cNvPicPr>
          <p:nvPr>
            <p:ph idx="1"/>
          </p:nvPr>
        </p:nvPicPr>
        <p:blipFill>
          <a:blip r:embed="rId2"/>
          <a:stretch>
            <a:fillRect/>
          </a:stretch>
        </p:blipFill>
        <p:spPr>
          <a:xfrm>
            <a:off x="435894" y="2314830"/>
            <a:ext cx="1836000" cy="1836000"/>
          </a:xfrm>
          <a:prstGeom prst="rect">
            <a:avLst/>
          </a:prstGeom>
        </p:spPr>
      </p:pic>
      <p:pic>
        <p:nvPicPr>
          <p:cNvPr id="11" name="Picture 10">
            <a:extLst>
              <a:ext uri="{FF2B5EF4-FFF2-40B4-BE49-F238E27FC236}">
                <a16:creationId xmlns:a16="http://schemas.microsoft.com/office/drawing/2014/main" id="{99B188D9-A14B-53D5-04DF-1D2FE03F41DE}"/>
              </a:ext>
            </a:extLst>
          </p:cNvPr>
          <p:cNvPicPr>
            <a:picLocks noChangeAspect="1"/>
          </p:cNvPicPr>
          <p:nvPr/>
        </p:nvPicPr>
        <p:blipFill>
          <a:blip r:embed="rId3"/>
          <a:stretch>
            <a:fillRect/>
          </a:stretch>
        </p:blipFill>
        <p:spPr>
          <a:xfrm>
            <a:off x="2567883" y="2314830"/>
            <a:ext cx="1836000" cy="1836000"/>
          </a:xfrm>
          <a:prstGeom prst="rect">
            <a:avLst/>
          </a:prstGeom>
        </p:spPr>
      </p:pic>
      <p:pic>
        <p:nvPicPr>
          <p:cNvPr id="13" name="Picture 12">
            <a:extLst>
              <a:ext uri="{FF2B5EF4-FFF2-40B4-BE49-F238E27FC236}">
                <a16:creationId xmlns:a16="http://schemas.microsoft.com/office/drawing/2014/main" id="{CD1A3072-98DB-24D3-C147-F33CB5969FF8}"/>
              </a:ext>
            </a:extLst>
          </p:cNvPr>
          <p:cNvPicPr>
            <a:picLocks noChangeAspect="1"/>
          </p:cNvPicPr>
          <p:nvPr/>
        </p:nvPicPr>
        <p:blipFill>
          <a:blip r:embed="rId4"/>
          <a:stretch>
            <a:fillRect/>
          </a:stretch>
        </p:blipFill>
        <p:spPr>
          <a:xfrm>
            <a:off x="4740119" y="2314830"/>
            <a:ext cx="1836000" cy="1836000"/>
          </a:xfrm>
          <a:prstGeom prst="rect">
            <a:avLst/>
          </a:prstGeom>
        </p:spPr>
      </p:pic>
      <p:pic>
        <p:nvPicPr>
          <p:cNvPr id="15" name="Picture 14">
            <a:extLst>
              <a:ext uri="{FF2B5EF4-FFF2-40B4-BE49-F238E27FC236}">
                <a16:creationId xmlns:a16="http://schemas.microsoft.com/office/drawing/2014/main" id="{704E2AEA-12E6-7199-1721-A8A1A1B788B1}"/>
              </a:ext>
            </a:extLst>
          </p:cNvPr>
          <p:cNvPicPr>
            <a:picLocks noChangeAspect="1"/>
          </p:cNvPicPr>
          <p:nvPr/>
        </p:nvPicPr>
        <p:blipFill>
          <a:blip r:embed="rId5"/>
          <a:stretch>
            <a:fillRect/>
          </a:stretch>
        </p:blipFill>
        <p:spPr>
          <a:xfrm>
            <a:off x="6872106" y="2314830"/>
            <a:ext cx="1836000" cy="1836000"/>
          </a:xfrm>
          <a:prstGeom prst="rect">
            <a:avLst/>
          </a:prstGeom>
        </p:spPr>
      </p:pic>
      <p:sp>
        <p:nvSpPr>
          <p:cNvPr id="16" name="TextBox 15">
            <a:extLst>
              <a:ext uri="{FF2B5EF4-FFF2-40B4-BE49-F238E27FC236}">
                <a16:creationId xmlns:a16="http://schemas.microsoft.com/office/drawing/2014/main" id="{C51FA643-EDDE-1BEC-A22F-FD96A9671C86}"/>
              </a:ext>
            </a:extLst>
          </p:cNvPr>
          <p:cNvSpPr txBox="1"/>
          <p:nvPr/>
        </p:nvSpPr>
        <p:spPr>
          <a:xfrm>
            <a:off x="435894" y="4181834"/>
            <a:ext cx="1836000" cy="369332"/>
          </a:xfrm>
          <a:prstGeom prst="rect">
            <a:avLst/>
          </a:prstGeom>
          <a:noFill/>
        </p:spPr>
        <p:txBody>
          <a:bodyPr wrap="square" rtlCol="0">
            <a:spAutoFit/>
          </a:bodyPr>
          <a:lstStyle/>
          <a:p>
            <a:pPr algn="ctr"/>
            <a:r>
              <a:rPr lang="en-US" altLang="zh-CN" dirty="0"/>
              <a:t>August 1999</a:t>
            </a:r>
            <a:endParaRPr lang="zh-CN" altLang="en-US" dirty="0"/>
          </a:p>
        </p:txBody>
      </p:sp>
      <p:sp>
        <p:nvSpPr>
          <p:cNvPr id="17" name="TextBox 16">
            <a:extLst>
              <a:ext uri="{FF2B5EF4-FFF2-40B4-BE49-F238E27FC236}">
                <a16:creationId xmlns:a16="http://schemas.microsoft.com/office/drawing/2014/main" id="{A6C7CD8D-9016-D9B6-595F-2D35D592CB67}"/>
              </a:ext>
            </a:extLst>
          </p:cNvPr>
          <p:cNvSpPr txBox="1"/>
          <p:nvPr/>
        </p:nvSpPr>
        <p:spPr>
          <a:xfrm>
            <a:off x="2567883" y="4184860"/>
            <a:ext cx="1836000" cy="369332"/>
          </a:xfrm>
          <a:prstGeom prst="rect">
            <a:avLst/>
          </a:prstGeom>
          <a:noFill/>
        </p:spPr>
        <p:txBody>
          <a:bodyPr wrap="square" rtlCol="0">
            <a:spAutoFit/>
          </a:bodyPr>
          <a:lstStyle/>
          <a:p>
            <a:pPr algn="ctr"/>
            <a:r>
              <a:rPr lang="en-US" altLang="zh-CN" dirty="0"/>
              <a:t>August 2000</a:t>
            </a:r>
            <a:endParaRPr lang="zh-CN" altLang="en-US" dirty="0"/>
          </a:p>
        </p:txBody>
      </p:sp>
      <p:sp>
        <p:nvSpPr>
          <p:cNvPr id="18" name="TextBox 17">
            <a:extLst>
              <a:ext uri="{FF2B5EF4-FFF2-40B4-BE49-F238E27FC236}">
                <a16:creationId xmlns:a16="http://schemas.microsoft.com/office/drawing/2014/main" id="{A68C958C-F9CF-4CB7-9D08-B29118BCEBFB}"/>
              </a:ext>
            </a:extLst>
          </p:cNvPr>
          <p:cNvSpPr txBox="1"/>
          <p:nvPr/>
        </p:nvSpPr>
        <p:spPr>
          <a:xfrm>
            <a:off x="4740118" y="4184860"/>
            <a:ext cx="1795753" cy="369332"/>
          </a:xfrm>
          <a:prstGeom prst="rect">
            <a:avLst/>
          </a:prstGeom>
          <a:noFill/>
        </p:spPr>
        <p:txBody>
          <a:bodyPr wrap="square" rtlCol="0">
            <a:spAutoFit/>
          </a:bodyPr>
          <a:lstStyle/>
          <a:p>
            <a:pPr algn="ctr"/>
            <a:r>
              <a:rPr lang="en-US" altLang="zh-CN" dirty="0"/>
              <a:t>August 2001</a:t>
            </a:r>
            <a:endParaRPr lang="zh-CN" altLang="en-US" dirty="0"/>
          </a:p>
        </p:txBody>
      </p:sp>
      <p:sp>
        <p:nvSpPr>
          <p:cNvPr id="19" name="TextBox 18">
            <a:extLst>
              <a:ext uri="{FF2B5EF4-FFF2-40B4-BE49-F238E27FC236}">
                <a16:creationId xmlns:a16="http://schemas.microsoft.com/office/drawing/2014/main" id="{28109353-1D5C-06C0-3D3A-68BF0B04E930}"/>
              </a:ext>
            </a:extLst>
          </p:cNvPr>
          <p:cNvSpPr txBox="1"/>
          <p:nvPr/>
        </p:nvSpPr>
        <p:spPr>
          <a:xfrm>
            <a:off x="6892229" y="4181834"/>
            <a:ext cx="1795753" cy="369332"/>
          </a:xfrm>
          <a:prstGeom prst="rect">
            <a:avLst/>
          </a:prstGeom>
          <a:noFill/>
        </p:spPr>
        <p:txBody>
          <a:bodyPr wrap="square" rtlCol="0">
            <a:spAutoFit/>
          </a:bodyPr>
          <a:lstStyle/>
          <a:p>
            <a:pPr algn="ctr"/>
            <a:r>
              <a:rPr lang="en-US" altLang="zh-CN" dirty="0"/>
              <a:t>August 2002</a:t>
            </a:r>
            <a:endParaRPr lang="zh-CN" altLang="en-US" dirty="0"/>
          </a:p>
        </p:txBody>
      </p:sp>
      <p:sp>
        <p:nvSpPr>
          <p:cNvPr id="20" name="TextBox 19">
            <a:extLst>
              <a:ext uri="{FF2B5EF4-FFF2-40B4-BE49-F238E27FC236}">
                <a16:creationId xmlns:a16="http://schemas.microsoft.com/office/drawing/2014/main" id="{C802257A-9CB8-F666-E6F6-181565553EB9}"/>
              </a:ext>
            </a:extLst>
          </p:cNvPr>
          <p:cNvSpPr txBox="1"/>
          <p:nvPr/>
        </p:nvSpPr>
        <p:spPr>
          <a:xfrm>
            <a:off x="435894" y="5380244"/>
            <a:ext cx="1517904" cy="369332"/>
          </a:xfrm>
          <a:prstGeom prst="rect">
            <a:avLst/>
          </a:prstGeom>
          <a:noFill/>
        </p:spPr>
        <p:txBody>
          <a:bodyPr wrap="square" rtlCol="0">
            <a:spAutoFit/>
          </a:bodyPr>
          <a:lstStyle/>
          <a:p>
            <a:r>
              <a:rPr lang="en-US" altLang="zh-CN" dirty="0">
                <a:hlinkClick r:id="rId6"/>
              </a:rPr>
              <a:t>Data Source</a:t>
            </a:r>
            <a:endParaRPr lang="zh-CN" altLang="en-US" dirty="0"/>
          </a:p>
        </p:txBody>
      </p:sp>
    </p:spTree>
    <p:extLst>
      <p:ext uri="{BB962C8B-B14F-4D97-AF65-F5344CB8AC3E}">
        <p14:creationId xmlns:p14="http://schemas.microsoft.com/office/powerpoint/2010/main" val="25671308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20C3B-148D-38AB-7764-B1F82B0F4411}"/>
              </a:ext>
            </a:extLst>
          </p:cNvPr>
          <p:cNvSpPr>
            <a:spLocks noGrp="1"/>
          </p:cNvSpPr>
          <p:nvPr>
            <p:ph type="title"/>
          </p:nvPr>
        </p:nvSpPr>
        <p:spPr>
          <a:xfrm>
            <a:off x="435895" y="702156"/>
            <a:ext cx="8272212" cy="559716"/>
          </a:xfrm>
        </p:spPr>
        <p:txBody>
          <a:bodyPr/>
          <a:lstStyle/>
          <a:p>
            <a:r>
              <a:rPr lang="en-US" altLang="zh-CN" sz="2400" dirty="0"/>
              <a:t>Change Detection Methods </a:t>
            </a:r>
            <a:endParaRPr lang="zh-CN" altLang="en-US" dirty="0"/>
          </a:p>
        </p:txBody>
      </p:sp>
      <p:sp>
        <p:nvSpPr>
          <p:cNvPr id="3" name="Content Placeholder 2">
            <a:extLst>
              <a:ext uri="{FF2B5EF4-FFF2-40B4-BE49-F238E27FC236}">
                <a16:creationId xmlns:a16="http://schemas.microsoft.com/office/drawing/2014/main" id="{F0213CF1-F307-B753-4E49-B0F58BE9D307}"/>
              </a:ext>
            </a:extLst>
          </p:cNvPr>
          <p:cNvSpPr>
            <a:spLocks noGrp="1"/>
          </p:cNvSpPr>
          <p:nvPr>
            <p:ph idx="1"/>
          </p:nvPr>
        </p:nvSpPr>
        <p:spPr>
          <a:xfrm>
            <a:off x="573055" y="1554481"/>
            <a:ext cx="8272211" cy="2432303"/>
          </a:xfrm>
        </p:spPr>
        <p:txBody>
          <a:bodyPr>
            <a:normAutofit/>
          </a:bodyPr>
          <a:lstStyle/>
          <a:p>
            <a:pPr marL="757347" lvl="1" indent="-514350">
              <a:buFont typeface="+mj-lt"/>
              <a:buAutoNum type="arabicPeriod"/>
            </a:pPr>
            <a:r>
              <a:rPr lang="en-US" altLang="zh-CN" sz="2650" dirty="0"/>
              <a:t>Visual Analysis </a:t>
            </a:r>
          </a:p>
          <a:p>
            <a:pPr marL="757347" lvl="1" indent="-514350">
              <a:buFont typeface="+mj-lt"/>
              <a:buAutoNum type="arabicPeriod"/>
            </a:pPr>
            <a:r>
              <a:rPr lang="en-US" altLang="zh-CN" sz="2650" dirty="0"/>
              <a:t>Classification Approaches </a:t>
            </a:r>
          </a:p>
          <a:p>
            <a:pPr marL="757347" lvl="1" indent="-514350">
              <a:buFont typeface="+mj-lt"/>
              <a:buAutoNum type="arabicPeriod"/>
            </a:pPr>
            <a:r>
              <a:rPr lang="en-US" altLang="zh-CN" sz="2650" dirty="0"/>
              <a:t>Image Differencing </a:t>
            </a:r>
          </a:p>
          <a:p>
            <a:pPr marL="757347" lvl="1" indent="-514350">
              <a:buFont typeface="+mj-lt"/>
              <a:buAutoNum type="arabicPeriod"/>
            </a:pPr>
            <a:r>
              <a:rPr lang="en-US" altLang="zh-CN" sz="2650" dirty="0"/>
              <a:t>Temporal Trajectories </a:t>
            </a:r>
            <a:endParaRPr lang="zh-CN" altLang="en-US" sz="2650" dirty="0"/>
          </a:p>
        </p:txBody>
      </p:sp>
    </p:spTree>
    <p:extLst>
      <p:ext uri="{BB962C8B-B14F-4D97-AF65-F5344CB8AC3E}">
        <p14:creationId xmlns:p14="http://schemas.microsoft.com/office/powerpoint/2010/main" val="1460446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D925E-2F29-3B2B-6168-508D82D36F15}"/>
              </a:ext>
            </a:extLst>
          </p:cNvPr>
          <p:cNvSpPr>
            <a:spLocks noGrp="1"/>
          </p:cNvSpPr>
          <p:nvPr>
            <p:ph type="title"/>
          </p:nvPr>
        </p:nvSpPr>
        <p:spPr>
          <a:xfrm>
            <a:off x="435895" y="702156"/>
            <a:ext cx="8272212" cy="614580"/>
          </a:xfrm>
        </p:spPr>
        <p:txBody>
          <a:bodyPr>
            <a:normAutofit/>
          </a:bodyPr>
          <a:lstStyle/>
          <a:p>
            <a:r>
              <a:rPr lang="en-US" altLang="zh-CN" sz="3200" dirty="0"/>
              <a:t>Visual inspection</a:t>
            </a:r>
            <a:endParaRPr lang="zh-CN" altLang="en-US" sz="3200" dirty="0"/>
          </a:p>
        </p:txBody>
      </p:sp>
      <p:sp>
        <p:nvSpPr>
          <p:cNvPr id="3" name="Content Placeholder 2">
            <a:extLst>
              <a:ext uri="{FF2B5EF4-FFF2-40B4-BE49-F238E27FC236}">
                <a16:creationId xmlns:a16="http://schemas.microsoft.com/office/drawing/2014/main" id="{54A319CD-79F8-BCB4-B62E-C5CA6FD3A26E}"/>
              </a:ext>
            </a:extLst>
          </p:cNvPr>
          <p:cNvSpPr>
            <a:spLocks noGrp="1"/>
          </p:cNvSpPr>
          <p:nvPr>
            <p:ph idx="1"/>
          </p:nvPr>
        </p:nvSpPr>
        <p:spPr>
          <a:xfrm>
            <a:off x="435896" y="1481329"/>
            <a:ext cx="8272211" cy="3634487"/>
          </a:xfrm>
        </p:spPr>
        <p:txBody>
          <a:bodyPr>
            <a:normAutofit/>
          </a:bodyPr>
          <a:lstStyle/>
          <a:p>
            <a:r>
              <a:rPr lang="en-US" altLang="zh-CN" sz="2400" dirty="0"/>
              <a:t>Visual interpretation involves the delineation of change on a computer screen (rather than a paper map)  </a:t>
            </a:r>
          </a:p>
          <a:p>
            <a:r>
              <a:rPr lang="en-US" altLang="zh-CN" sz="2400" dirty="0"/>
              <a:t>This allows production of results that are automatically in digital form </a:t>
            </a:r>
          </a:p>
          <a:p>
            <a:r>
              <a:rPr lang="en-US" altLang="zh-CN" sz="2400" dirty="0"/>
              <a:t>Good for large changes like shape or size of large patches </a:t>
            </a:r>
          </a:p>
          <a:p>
            <a:r>
              <a:rPr lang="en-US" altLang="zh-CN" sz="2400" dirty="0"/>
              <a:t>Not as good for subtle changes like land degradation </a:t>
            </a:r>
          </a:p>
          <a:p>
            <a:r>
              <a:rPr lang="en-US" altLang="zh-CN" sz="2400" dirty="0"/>
              <a:t>Does not take advantage of spectral response</a:t>
            </a:r>
            <a:endParaRPr lang="zh-CN" altLang="en-US" sz="2400" dirty="0"/>
          </a:p>
        </p:txBody>
      </p:sp>
    </p:spTree>
    <p:extLst>
      <p:ext uri="{BB962C8B-B14F-4D97-AF65-F5344CB8AC3E}">
        <p14:creationId xmlns:p14="http://schemas.microsoft.com/office/powerpoint/2010/main" val="427970933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D751C-4CAF-1DF1-EC23-06342FD00683}"/>
              </a:ext>
            </a:extLst>
          </p:cNvPr>
          <p:cNvSpPr>
            <a:spLocks noGrp="1"/>
          </p:cNvSpPr>
          <p:nvPr>
            <p:ph type="title"/>
          </p:nvPr>
        </p:nvSpPr>
        <p:spPr>
          <a:xfrm>
            <a:off x="435895" y="702156"/>
            <a:ext cx="8272212" cy="532284"/>
          </a:xfrm>
        </p:spPr>
        <p:txBody>
          <a:bodyPr/>
          <a:lstStyle/>
          <a:p>
            <a:r>
              <a:rPr lang="en-US" altLang="zh-CN" dirty="0"/>
              <a:t>Case study: flooding along the river in </a:t>
            </a:r>
            <a:r>
              <a:rPr lang="en-US" altLang="zh-CN" dirty="0" err="1"/>
              <a:t>arkansas</a:t>
            </a:r>
            <a:endParaRPr lang="zh-CN" altLang="en-US" dirty="0"/>
          </a:p>
        </p:txBody>
      </p:sp>
      <p:pic>
        <p:nvPicPr>
          <p:cNvPr id="5" name="Content Placeholder 4">
            <a:extLst>
              <a:ext uri="{FF2B5EF4-FFF2-40B4-BE49-F238E27FC236}">
                <a16:creationId xmlns:a16="http://schemas.microsoft.com/office/drawing/2014/main" id="{8E397E61-E239-EA93-B263-4D11118ED0E8}"/>
              </a:ext>
            </a:extLst>
          </p:cNvPr>
          <p:cNvPicPr>
            <a:picLocks noGrp="1" noChangeAspect="1"/>
          </p:cNvPicPr>
          <p:nvPr>
            <p:ph idx="1"/>
          </p:nvPr>
        </p:nvPicPr>
        <p:blipFill>
          <a:blip r:embed="rId2"/>
          <a:stretch>
            <a:fillRect/>
          </a:stretch>
        </p:blipFill>
        <p:spPr>
          <a:xfrm>
            <a:off x="1243690" y="1299147"/>
            <a:ext cx="6969789" cy="4726749"/>
          </a:xfrm>
          <a:prstGeom prst="rect">
            <a:avLst/>
          </a:prstGeom>
        </p:spPr>
      </p:pic>
      <p:sp>
        <p:nvSpPr>
          <p:cNvPr id="6" name="TextBox 5">
            <a:extLst>
              <a:ext uri="{FF2B5EF4-FFF2-40B4-BE49-F238E27FC236}">
                <a16:creationId xmlns:a16="http://schemas.microsoft.com/office/drawing/2014/main" id="{2677DE92-5324-7519-48AE-BF57AACAC96C}"/>
              </a:ext>
            </a:extLst>
          </p:cNvPr>
          <p:cNvSpPr txBox="1"/>
          <p:nvPr/>
        </p:nvSpPr>
        <p:spPr>
          <a:xfrm>
            <a:off x="269854" y="6318504"/>
            <a:ext cx="1947672" cy="369332"/>
          </a:xfrm>
          <a:prstGeom prst="rect">
            <a:avLst/>
          </a:prstGeom>
          <a:noFill/>
        </p:spPr>
        <p:txBody>
          <a:bodyPr wrap="square" rtlCol="0">
            <a:spAutoFit/>
          </a:bodyPr>
          <a:lstStyle/>
          <a:p>
            <a:r>
              <a:rPr lang="en-US" altLang="zh-CN" dirty="0">
                <a:hlinkClick r:id="rId3"/>
              </a:rPr>
              <a:t>Data Source</a:t>
            </a:r>
            <a:r>
              <a:rPr lang="en-US" altLang="zh-CN" dirty="0"/>
              <a:t> </a:t>
            </a:r>
            <a:endParaRPr lang="zh-CN" altLang="en-US" dirty="0"/>
          </a:p>
        </p:txBody>
      </p:sp>
    </p:spTree>
    <p:extLst>
      <p:ext uri="{BB962C8B-B14F-4D97-AF65-F5344CB8AC3E}">
        <p14:creationId xmlns:p14="http://schemas.microsoft.com/office/powerpoint/2010/main" val="824079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AB10B-7D94-99DF-FEB8-B9BF27DB18DD}"/>
              </a:ext>
            </a:extLst>
          </p:cNvPr>
          <p:cNvSpPr>
            <a:spLocks noGrp="1"/>
          </p:cNvSpPr>
          <p:nvPr>
            <p:ph type="title"/>
          </p:nvPr>
        </p:nvSpPr>
        <p:spPr>
          <a:xfrm>
            <a:off x="435895" y="702156"/>
            <a:ext cx="8272212" cy="508208"/>
          </a:xfrm>
        </p:spPr>
        <p:txBody>
          <a:bodyPr>
            <a:normAutofit/>
          </a:bodyPr>
          <a:lstStyle/>
          <a:p>
            <a:r>
              <a:rPr lang="en-US" altLang="zh-CN" sz="2400" dirty="0"/>
              <a:t>Classification Approaches </a:t>
            </a:r>
            <a:endParaRPr lang="zh-CN" altLang="en-US" sz="2400" dirty="0"/>
          </a:p>
        </p:txBody>
      </p:sp>
      <p:sp>
        <p:nvSpPr>
          <p:cNvPr id="3" name="Content Placeholder 2">
            <a:extLst>
              <a:ext uri="{FF2B5EF4-FFF2-40B4-BE49-F238E27FC236}">
                <a16:creationId xmlns:a16="http://schemas.microsoft.com/office/drawing/2014/main" id="{BE35EC73-485E-AA74-F376-E9EBAED8F0D1}"/>
              </a:ext>
            </a:extLst>
          </p:cNvPr>
          <p:cNvSpPr>
            <a:spLocks noGrp="1"/>
          </p:cNvSpPr>
          <p:nvPr>
            <p:ph idx="1"/>
          </p:nvPr>
        </p:nvSpPr>
        <p:spPr>
          <a:xfrm>
            <a:off x="539498" y="1311448"/>
            <a:ext cx="7708390" cy="1627631"/>
          </a:xfrm>
        </p:spPr>
        <p:txBody>
          <a:bodyPr>
            <a:noAutofit/>
          </a:bodyPr>
          <a:lstStyle/>
          <a:p>
            <a:r>
              <a:rPr lang="en-US" altLang="zh-CN" sz="1800" dirty="0">
                <a:latin typeface="Times New Roman" panose="02020603050405020304" pitchFamily="18" charset="0"/>
                <a:cs typeface="Times New Roman" panose="02020603050405020304" pitchFamily="18" charset="0"/>
              </a:rPr>
              <a:t>Post-Classification Comparison</a:t>
            </a:r>
          </a:p>
          <a:p>
            <a:pPr marL="585897" lvl="1" indent="-342900">
              <a:buFont typeface="+mj-lt"/>
              <a:buAutoNum type="arabicPeriod"/>
            </a:pPr>
            <a:r>
              <a:rPr lang="en-US" altLang="zh-CN" sz="1650" dirty="0">
                <a:latin typeface="Times New Roman" panose="02020603050405020304" pitchFamily="18" charset="0"/>
                <a:cs typeface="Times New Roman" panose="02020603050405020304" pitchFamily="18" charset="0"/>
              </a:rPr>
              <a:t>Land cover classification of two dates separately</a:t>
            </a:r>
          </a:p>
          <a:p>
            <a:pPr marL="585897" lvl="1" indent="-342900">
              <a:buFont typeface="+mj-lt"/>
              <a:buAutoNum type="arabicPeriod"/>
            </a:pPr>
            <a:r>
              <a:rPr lang="en-US" altLang="zh-CN" sz="1650" dirty="0">
                <a:latin typeface="Times New Roman" panose="02020603050405020304" pitchFamily="18" charset="0"/>
                <a:cs typeface="Times New Roman" panose="02020603050405020304" pitchFamily="18" charset="0"/>
              </a:rPr>
              <a:t>Subtract one image from another to identify change</a:t>
            </a:r>
          </a:p>
        </p:txBody>
      </p:sp>
    </p:spTree>
    <p:extLst>
      <p:ext uri="{BB962C8B-B14F-4D97-AF65-F5344CB8AC3E}">
        <p14:creationId xmlns:p14="http://schemas.microsoft.com/office/powerpoint/2010/main" val="37576795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5FFC78-D8E7-75E4-C2A7-3AEE5501377A}"/>
              </a:ext>
            </a:extLst>
          </p:cNvPr>
          <p:cNvSpPr>
            <a:spLocks noGrp="1"/>
          </p:cNvSpPr>
          <p:nvPr>
            <p:ph type="title"/>
          </p:nvPr>
        </p:nvSpPr>
        <p:spPr>
          <a:xfrm>
            <a:off x="435895" y="702156"/>
            <a:ext cx="8272212" cy="742596"/>
          </a:xfrm>
        </p:spPr>
        <p:txBody>
          <a:bodyPr/>
          <a:lstStyle/>
          <a:p>
            <a:r>
              <a:rPr lang="en-US" altLang="zh-CN" dirty="0"/>
              <a:t>Land cover and lake management: classification-based approach</a:t>
            </a:r>
            <a:endParaRPr lang="zh-CN" altLang="en-US" dirty="0"/>
          </a:p>
        </p:txBody>
      </p:sp>
      <p:pic>
        <p:nvPicPr>
          <p:cNvPr id="5" name="Content Placeholder 4">
            <a:extLst>
              <a:ext uri="{FF2B5EF4-FFF2-40B4-BE49-F238E27FC236}">
                <a16:creationId xmlns:a16="http://schemas.microsoft.com/office/drawing/2014/main" id="{9D2A2934-2292-B9D9-DFCA-D665938E054F}"/>
              </a:ext>
            </a:extLst>
          </p:cNvPr>
          <p:cNvPicPr>
            <a:picLocks noGrp="1" noChangeAspect="1"/>
          </p:cNvPicPr>
          <p:nvPr>
            <p:ph idx="1"/>
          </p:nvPr>
        </p:nvPicPr>
        <p:blipFill>
          <a:blip r:embed="rId2"/>
          <a:stretch>
            <a:fillRect/>
          </a:stretch>
        </p:blipFill>
        <p:spPr>
          <a:xfrm>
            <a:off x="1895267" y="1200626"/>
            <a:ext cx="5902105" cy="3633787"/>
          </a:xfrm>
          <a:prstGeom prst="rect">
            <a:avLst/>
          </a:prstGeom>
        </p:spPr>
      </p:pic>
      <p:sp>
        <p:nvSpPr>
          <p:cNvPr id="6" name="TextBox 5">
            <a:extLst>
              <a:ext uri="{FF2B5EF4-FFF2-40B4-BE49-F238E27FC236}">
                <a16:creationId xmlns:a16="http://schemas.microsoft.com/office/drawing/2014/main" id="{95FCA7FB-90EF-DAF8-EC77-7C5CD6F6A09D}"/>
              </a:ext>
            </a:extLst>
          </p:cNvPr>
          <p:cNvSpPr txBox="1"/>
          <p:nvPr/>
        </p:nvSpPr>
        <p:spPr>
          <a:xfrm>
            <a:off x="66467" y="6507102"/>
            <a:ext cx="1828800" cy="369332"/>
          </a:xfrm>
          <a:prstGeom prst="rect">
            <a:avLst/>
          </a:prstGeom>
          <a:noFill/>
        </p:spPr>
        <p:txBody>
          <a:bodyPr wrap="square" rtlCol="0">
            <a:spAutoFit/>
          </a:bodyPr>
          <a:lstStyle/>
          <a:p>
            <a:r>
              <a:rPr lang="en-US" altLang="zh-CN" dirty="0">
                <a:hlinkClick r:id="rId3"/>
              </a:rPr>
              <a:t>Data Source</a:t>
            </a:r>
            <a:endParaRPr lang="zh-CN" altLang="en-US" dirty="0"/>
          </a:p>
        </p:txBody>
      </p:sp>
      <p:sp>
        <p:nvSpPr>
          <p:cNvPr id="7" name="TextBox 6">
            <a:extLst>
              <a:ext uri="{FF2B5EF4-FFF2-40B4-BE49-F238E27FC236}">
                <a16:creationId xmlns:a16="http://schemas.microsoft.com/office/drawing/2014/main" id="{DB371786-ABB5-04BF-3F4F-1240FBA7DD11}"/>
              </a:ext>
            </a:extLst>
          </p:cNvPr>
          <p:cNvSpPr txBox="1"/>
          <p:nvPr/>
        </p:nvSpPr>
        <p:spPr>
          <a:xfrm>
            <a:off x="603504" y="4806981"/>
            <a:ext cx="8272212" cy="1337802"/>
          </a:xfrm>
          <a:prstGeom prst="rect">
            <a:avLst/>
          </a:prstGeom>
          <a:noFill/>
        </p:spPr>
        <p:txBody>
          <a:bodyPr wrap="square" rtlCol="0">
            <a:spAutoFit/>
          </a:bodyPr>
          <a:lstStyle/>
          <a:p>
            <a:pPr marL="585897" lvl="1" indent="-342900" defTabSz="342897">
              <a:spcBef>
                <a:spcPct val="20000"/>
              </a:spcBef>
              <a:spcAft>
                <a:spcPts val="450"/>
              </a:spcAft>
              <a:buClr>
                <a:schemeClr val="accent1"/>
              </a:buClr>
              <a:buSzPct val="92000"/>
              <a:buFont typeface="+mj-lt"/>
              <a:buAutoNum type="arabicPeriod"/>
            </a:pPr>
            <a:r>
              <a:rPr lang="en-US" altLang="zh-CN" sz="1650" dirty="0">
                <a:solidFill>
                  <a:schemeClr val="tx1">
                    <a:lumMod val="75000"/>
                    <a:lumOff val="25000"/>
                  </a:schemeClr>
                </a:solidFill>
                <a:latin typeface="Times New Roman" panose="02020603050405020304" pitchFamily="18" charset="0"/>
                <a:cs typeface="Times New Roman" panose="02020603050405020304" pitchFamily="18" charset="0"/>
              </a:rPr>
              <a:t>Examining Land-use/Land-cover change in the Lake </a:t>
            </a:r>
            <a:r>
              <a:rPr lang="en-US" altLang="zh-CN" sz="1650" dirty="0" err="1">
                <a:solidFill>
                  <a:schemeClr val="tx1">
                    <a:lumMod val="75000"/>
                    <a:lumOff val="25000"/>
                  </a:schemeClr>
                </a:solidFill>
                <a:latin typeface="Times New Roman" panose="02020603050405020304" pitchFamily="18" charset="0"/>
                <a:cs typeface="Times New Roman" panose="02020603050405020304" pitchFamily="18" charset="0"/>
              </a:rPr>
              <a:t>Dianchi</a:t>
            </a:r>
            <a:r>
              <a:rPr lang="en-US" altLang="zh-CN" sz="1650" dirty="0">
                <a:solidFill>
                  <a:schemeClr val="tx1">
                    <a:lumMod val="75000"/>
                    <a:lumOff val="25000"/>
                  </a:schemeClr>
                </a:solidFill>
                <a:latin typeface="Times New Roman" panose="02020603050405020304" pitchFamily="18" charset="0"/>
                <a:cs typeface="Times New Roman" panose="02020603050405020304" pitchFamily="18" charset="0"/>
              </a:rPr>
              <a:t> Watershed of the Yunnan-Guizhou, China</a:t>
            </a:r>
          </a:p>
          <a:p>
            <a:pPr marL="585897" lvl="1" indent="-342900" defTabSz="342897">
              <a:spcBef>
                <a:spcPct val="20000"/>
              </a:spcBef>
              <a:spcAft>
                <a:spcPts val="450"/>
              </a:spcAft>
              <a:buClr>
                <a:schemeClr val="accent1"/>
              </a:buClr>
              <a:buSzPct val="92000"/>
              <a:buFont typeface="+mj-lt"/>
              <a:buAutoNum type="arabicPeriod"/>
            </a:pPr>
            <a:r>
              <a:rPr lang="en-US" altLang="zh-CN" sz="1650" dirty="0">
                <a:solidFill>
                  <a:schemeClr val="tx1">
                    <a:lumMod val="75000"/>
                    <a:lumOff val="25000"/>
                  </a:schemeClr>
                </a:solidFill>
                <a:latin typeface="Times New Roman" panose="02020603050405020304" pitchFamily="18" charset="0"/>
                <a:cs typeface="Times New Roman" panose="02020603050405020304" pitchFamily="18" charset="0"/>
              </a:rPr>
              <a:t>Land cover types classified </a:t>
            </a:r>
          </a:p>
          <a:p>
            <a:pPr marL="585897" lvl="1" indent="-342900" defTabSz="342897">
              <a:spcBef>
                <a:spcPct val="20000"/>
              </a:spcBef>
              <a:spcAft>
                <a:spcPts val="450"/>
              </a:spcAft>
              <a:buClr>
                <a:schemeClr val="accent1"/>
              </a:buClr>
              <a:buSzPct val="92000"/>
              <a:buFont typeface="+mj-lt"/>
              <a:buAutoNum type="arabicPeriod"/>
            </a:pPr>
            <a:r>
              <a:rPr lang="en-US" altLang="zh-CN" sz="1650" dirty="0" err="1">
                <a:solidFill>
                  <a:schemeClr val="tx1">
                    <a:lumMod val="75000"/>
                    <a:lumOff val="25000"/>
                  </a:schemeClr>
                </a:solidFill>
                <a:latin typeface="Times New Roman" panose="02020603050405020304" pitchFamily="18" charset="0"/>
                <a:cs typeface="Times New Roman" panose="02020603050405020304" pitchFamily="18" charset="0"/>
              </a:rPr>
              <a:t>Indentifies</a:t>
            </a:r>
            <a:r>
              <a:rPr lang="en-US" altLang="zh-CN" sz="1650" dirty="0">
                <a:solidFill>
                  <a:schemeClr val="tx1">
                    <a:lumMod val="75000"/>
                    <a:lumOff val="25000"/>
                  </a:schemeClr>
                </a:solidFill>
                <a:latin typeface="Times New Roman" panose="02020603050405020304" pitchFamily="18" charset="0"/>
                <a:cs typeface="Times New Roman" panose="02020603050405020304" pitchFamily="18" charset="0"/>
              </a:rPr>
              <a:t> increases in agricultural regions and urban development in the watershed </a:t>
            </a:r>
            <a:endParaRPr lang="zh-CN" altLang="en-US" sz="1650" dirty="0">
              <a:solidFill>
                <a:schemeClr val="tx1">
                  <a:lumMod val="75000"/>
                  <a:lumOff val="2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739878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E9751CB9-7B25-4EB8-9A6F-82F822549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1317383-CF3B-4B02-9512-BECBEF6362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4900" y="457200"/>
            <a:ext cx="277749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4" name="Rectangle 13">
            <a:extLst>
              <a:ext uri="{FF2B5EF4-FFF2-40B4-BE49-F238E27FC236}">
                <a16:creationId xmlns:a16="http://schemas.microsoft.com/office/drawing/2014/main" id="{B1D4C7A0-6DF2-4F2D-A45D-F111582974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81372" y="457200"/>
            <a:ext cx="277749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6" name="Rectangle 15">
            <a:extLst>
              <a:ext uri="{FF2B5EF4-FFF2-40B4-BE49-F238E27FC236}">
                <a16:creationId xmlns:a16="http://schemas.microsoft.com/office/drawing/2014/main" id="{DBF3943D-BCB6-4B31-809D-A005686483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31610" y="453643"/>
            <a:ext cx="277749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18" name="Rectangle 17">
            <a:extLst>
              <a:ext uri="{FF2B5EF4-FFF2-40B4-BE49-F238E27FC236}">
                <a16:creationId xmlns:a16="http://schemas.microsoft.com/office/drawing/2014/main" id="{39373A6F-2E1F-4613-8E1D-D68057D29F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31782" y="601200"/>
            <a:ext cx="2780608" cy="562497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zh-CN" altLang="en-US"/>
          </a:p>
        </p:txBody>
      </p:sp>
      <p:sp>
        <p:nvSpPr>
          <p:cNvPr id="2" name="Title 1">
            <a:extLst>
              <a:ext uri="{FF2B5EF4-FFF2-40B4-BE49-F238E27FC236}">
                <a16:creationId xmlns:a16="http://schemas.microsoft.com/office/drawing/2014/main" id="{4A62D47C-A1B7-C8AD-663B-DDB7BC381923}"/>
              </a:ext>
            </a:extLst>
          </p:cNvPr>
          <p:cNvSpPr>
            <a:spLocks noGrp="1"/>
          </p:cNvSpPr>
          <p:nvPr>
            <p:ph type="title"/>
          </p:nvPr>
        </p:nvSpPr>
        <p:spPr>
          <a:xfrm>
            <a:off x="450941" y="702155"/>
            <a:ext cx="2557337" cy="1300365"/>
          </a:xfrm>
        </p:spPr>
        <p:txBody>
          <a:bodyPr>
            <a:normAutofit/>
          </a:bodyPr>
          <a:lstStyle/>
          <a:p>
            <a:r>
              <a:rPr lang="en-US" altLang="zh-CN">
                <a:solidFill>
                  <a:srgbClr val="FFFFFF"/>
                </a:solidFill>
              </a:rPr>
              <a:t>Image Differencing</a:t>
            </a:r>
            <a:endParaRPr lang="zh-CN" altLang="en-US">
              <a:solidFill>
                <a:srgbClr val="FFFFFF"/>
              </a:solidFill>
            </a:endParaRPr>
          </a:p>
        </p:txBody>
      </p:sp>
      <p:sp>
        <p:nvSpPr>
          <p:cNvPr id="3" name="Content Placeholder 2">
            <a:extLst>
              <a:ext uri="{FF2B5EF4-FFF2-40B4-BE49-F238E27FC236}">
                <a16:creationId xmlns:a16="http://schemas.microsoft.com/office/drawing/2014/main" id="{AED193B6-267D-9705-233C-2670EB0D4BB1}"/>
              </a:ext>
            </a:extLst>
          </p:cNvPr>
          <p:cNvSpPr>
            <a:spLocks noGrp="1"/>
          </p:cNvSpPr>
          <p:nvPr>
            <p:ph idx="1"/>
          </p:nvPr>
        </p:nvSpPr>
        <p:spPr>
          <a:xfrm>
            <a:off x="450941" y="2177142"/>
            <a:ext cx="2557336" cy="3823607"/>
          </a:xfrm>
        </p:spPr>
        <p:txBody>
          <a:bodyPr>
            <a:normAutofit/>
          </a:bodyPr>
          <a:lstStyle/>
          <a:p>
            <a:r>
              <a:rPr lang="en-US" altLang="zh-CN">
                <a:solidFill>
                  <a:srgbClr val="FFFFFF"/>
                </a:solidFill>
              </a:rPr>
              <a:t>Subtract image date 1 from image date 2 </a:t>
            </a:r>
          </a:p>
          <a:p>
            <a:r>
              <a:rPr lang="en-US" altLang="zh-CN">
                <a:solidFill>
                  <a:srgbClr val="FFFFFF"/>
                </a:solidFill>
              </a:rPr>
              <a:t>0 means no change; positive or negative values indicate change</a:t>
            </a:r>
          </a:p>
          <a:p>
            <a:r>
              <a:rPr lang="en-US" altLang="zh-CN">
                <a:solidFill>
                  <a:srgbClr val="FFFFFF"/>
                </a:solidFill>
              </a:rPr>
              <a:t>Image dates can be individual bands or image transformations (NDVI, NBR, etc.) </a:t>
            </a:r>
          </a:p>
          <a:p>
            <a:r>
              <a:rPr lang="en-US" altLang="zh-CN">
                <a:solidFill>
                  <a:srgbClr val="FFFFFF"/>
                </a:solidFill>
              </a:rPr>
              <a:t>Advantages</a:t>
            </a:r>
          </a:p>
          <a:p>
            <a:pPr lvl="1"/>
            <a:r>
              <a:rPr lang="en-US" altLang="zh-CN">
                <a:solidFill>
                  <a:srgbClr val="FFFFFF"/>
                </a:solidFill>
              </a:rPr>
              <a:t>Can be used to detect subtle changes – Easy to compute </a:t>
            </a:r>
          </a:p>
          <a:p>
            <a:r>
              <a:rPr lang="en-US" altLang="zh-CN">
                <a:solidFill>
                  <a:srgbClr val="FFFFFF"/>
                </a:solidFill>
              </a:rPr>
              <a:t>Disadvantage: Can be difficult to interpret </a:t>
            </a:r>
            <a:endParaRPr lang="zh-CN" altLang="en-US">
              <a:solidFill>
                <a:srgbClr val="FFFFFF"/>
              </a:solidFill>
            </a:endParaRPr>
          </a:p>
        </p:txBody>
      </p:sp>
      <p:pic>
        <p:nvPicPr>
          <p:cNvPr id="5" name="Picture 4">
            <a:extLst>
              <a:ext uri="{FF2B5EF4-FFF2-40B4-BE49-F238E27FC236}">
                <a16:creationId xmlns:a16="http://schemas.microsoft.com/office/drawing/2014/main" id="{DF03C9B4-5040-4D98-50B3-40A42E01FB0F}"/>
              </a:ext>
            </a:extLst>
          </p:cNvPr>
          <p:cNvPicPr>
            <a:picLocks noChangeAspect="1"/>
          </p:cNvPicPr>
          <p:nvPr/>
        </p:nvPicPr>
        <p:blipFill>
          <a:blip r:embed="rId2"/>
          <a:stretch>
            <a:fillRect/>
          </a:stretch>
        </p:blipFill>
        <p:spPr>
          <a:xfrm>
            <a:off x="3444173" y="1261966"/>
            <a:ext cx="5123627" cy="4316655"/>
          </a:xfrm>
          <a:prstGeom prst="rect">
            <a:avLst/>
          </a:prstGeom>
        </p:spPr>
      </p:pic>
    </p:spTree>
    <p:extLst>
      <p:ext uri="{BB962C8B-B14F-4D97-AF65-F5344CB8AC3E}">
        <p14:creationId xmlns:p14="http://schemas.microsoft.com/office/powerpoint/2010/main" val="1997019379"/>
      </p:ext>
    </p:extLst>
  </p:cSld>
  <p:clrMapOvr>
    <a:overrideClrMapping bg1="dk1" tx1="lt1" bg2="dk2" tx2="lt2" accent1="accent1" accent2="accent2" accent3="accent3" accent4="accent4" accent5="accent5" accent6="accent6" hlink="hlink" folHlink="folHlink"/>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EAE1A-E2F0-44F6-C35A-1F61DD229919}"/>
              </a:ext>
            </a:extLst>
          </p:cNvPr>
          <p:cNvSpPr>
            <a:spLocks noGrp="1"/>
          </p:cNvSpPr>
          <p:nvPr>
            <p:ph type="title"/>
          </p:nvPr>
        </p:nvSpPr>
        <p:spPr>
          <a:xfrm>
            <a:off x="435895" y="702156"/>
            <a:ext cx="8272212" cy="632868"/>
          </a:xfrm>
        </p:spPr>
        <p:txBody>
          <a:bodyPr>
            <a:normAutofit/>
          </a:bodyPr>
          <a:lstStyle/>
          <a:p>
            <a:r>
              <a:rPr lang="en-US" altLang="zh-CN" sz="3200" dirty="0"/>
              <a:t>Example: Vegetation Image Differencing</a:t>
            </a:r>
            <a:endParaRPr lang="zh-CN" altLang="en-US" sz="3200" dirty="0"/>
          </a:p>
        </p:txBody>
      </p:sp>
      <p:sp>
        <p:nvSpPr>
          <p:cNvPr id="3" name="Content Placeholder 2">
            <a:extLst>
              <a:ext uri="{FF2B5EF4-FFF2-40B4-BE49-F238E27FC236}">
                <a16:creationId xmlns:a16="http://schemas.microsoft.com/office/drawing/2014/main" id="{15B28B04-C590-ABF9-BE5E-AB521965991F}"/>
              </a:ext>
            </a:extLst>
          </p:cNvPr>
          <p:cNvSpPr>
            <a:spLocks noGrp="1"/>
          </p:cNvSpPr>
          <p:nvPr>
            <p:ph idx="1"/>
          </p:nvPr>
        </p:nvSpPr>
        <p:spPr>
          <a:xfrm>
            <a:off x="435896" y="1315365"/>
            <a:ext cx="8272211" cy="632868"/>
          </a:xfrm>
        </p:spPr>
        <p:txBody>
          <a:bodyPr>
            <a:normAutofit/>
          </a:bodyPr>
          <a:lstStyle/>
          <a:p>
            <a:r>
              <a:rPr lang="en-US" altLang="zh-CN" sz="2000" dirty="0"/>
              <a:t>Wildfire burn extent and severity with the Normalized Burn Ratio (NBR) </a:t>
            </a:r>
            <a:endParaRPr lang="zh-CN" altLang="en-US" sz="2000" dirty="0"/>
          </a:p>
        </p:txBody>
      </p:sp>
      <p:pic>
        <p:nvPicPr>
          <p:cNvPr id="5" name="Picture 4">
            <a:extLst>
              <a:ext uri="{FF2B5EF4-FFF2-40B4-BE49-F238E27FC236}">
                <a16:creationId xmlns:a16="http://schemas.microsoft.com/office/drawing/2014/main" id="{13846E26-C581-4486-B3D0-9F446AE696DE}"/>
              </a:ext>
            </a:extLst>
          </p:cNvPr>
          <p:cNvPicPr>
            <a:picLocks noChangeAspect="1"/>
          </p:cNvPicPr>
          <p:nvPr/>
        </p:nvPicPr>
        <p:blipFill>
          <a:blip r:embed="rId2"/>
          <a:stretch>
            <a:fillRect/>
          </a:stretch>
        </p:blipFill>
        <p:spPr>
          <a:xfrm>
            <a:off x="3347292" y="1728717"/>
            <a:ext cx="2780952" cy="961905"/>
          </a:xfrm>
          <a:prstGeom prst="rect">
            <a:avLst/>
          </a:prstGeom>
        </p:spPr>
      </p:pic>
      <p:sp>
        <p:nvSpPr>
          <p:cNvPr id="7" name="TextBox 6">
            <a:extLst>
              <a:ext uri="{FF2B5EF4-FFF2-40B4-BE49-F238E27FC236}">
                <a16:creationId xmlns:a16="http://schemas.microsoft.com/office/drawing/2014/main" id="{4EE32F36-2760-2C41-780E-ACEDC045CB00}"/>
              </a:ext>
            </a:extLst>
          </p:cNvPr>
          <p:cNvSpPr txBox="1"/>
          <p:nvPr/>
        </p:nvSpPr>
        <p:spPr>
          <a:xfrm>
            <a:off x="196944" y="2994100"/>
            <a:ext cx="3086340" cy="1323439"/>
          </a:xfrm>
          <a:prstGeom prst="rect">
            <a:avLst/>
          </a:prstGeom>
          <a:noFill/>
        </p:spPr>
        <p:txBody>
          <a:bodyPr wrap="square">
            <a:spAutoFit/>
          </a:bodyPr>
          <a:lstStyle/>
          <a:p>
            <a:pPr marL="229498" indent="-229498" defTabSz="342897">
              <a:spcBef>
                <a:spcPct val="20000"/>
              </a:spcBef>
              <a:spcAft>
                <a:spcPts val="450"/>
              </a:spcAft>
              <a:buClr>
                <a:schemeClr val="accent1"/>
              </a:buClr>
              <a:buSzPct val="92000"/>
              <a:buFont typeface="Wingdings 2" panose="05020102010507070707" pitchFamily="18" charset="2"/>
              <a:buChar char=""/>
            </a:pPr>
            <a:r>
              <a:rPr lang="en-US" altLang="zh-CN" sz="2000" dirty="0">
                <a:solidFill>
                  <a:schemeClr val="tx1">
                    <a:lumMod val="75000"/>
                    <a:lumOff val="25000"/>
                  </a:schemeClr>
                </a:solidFill>
              </a:rPr>
              <a:t>Compare pre- and post-burn images to identify burn extent and severity with a differenced map</a:t>
            </a:r>
            <a:endParaRPr lang="zh-CN" altLang="en-US" sz="2000" dirty="0">
              <a:solidFill>
                <a:schemeClr val="tx1">
                  <a:lumMod val="75000"/>
                  <a:lumOff val="25000"/>
                </a:schemeClr>
              </a:solidFill>
            </a:endParaRPr>
          </a:p>
        </p:txBody>
      </p:sp>
      <p:pic>
        <p:nvPicPr>
          <p:cNvPr id="9" name="Picture 8">
            <a:extLst>
              <a:ext uri="{FF2B5EF4-FFF2-40B4-BE49-F238E27FC236}">
                <a16:creationId xmlns:a16="http://schemas.microsoft.com/office/drawing/2014/main" id="{FFAF5918-07F4-87AD-8F22-71DE14945CFB}"/>
              </a:ext>
            </a:extLst>
          </p:cNvPr>
          <p:cNvPicPr>
            <a:picLocks noChangeAspect="1"/>
          </p:cNvPicPr>
          <p:nvPr/>
        </p:nvPicPr>
        <p:blipFill>
          <a:blip r:embed="rId3"/>
          <a:stretch>
            <a:fillRect/>
          </a:stretch>
        </p:blipFill>
        <p:spPr>
          <a:xfrm>
            <a:off x="413056" y="4792374"/>
            <a:ext cx="2870228" cy="571429"/>
          </a:xfrm>
          <a:prstGeom prst="rect">
            <a:avLst/>
          </a:prstGeom>
        </p:spPr>
      </p:pic>
      <p:pic>
        <p:nvPicPr>
          <p:cNvPr id="11" name="Picture 10">
            <a:extLst>
              <a:ext uri="{FF2B5EF4-FFF2-40B4-BE49-F238E27FC236}">
                <a16:creationId xmlns:a16="http://schemas.microsoft.com/office/drawing/2014/main" id="{1912D89E-8E32-2075-64D8-0B62DC239737}"/>
              </a:ext>
            </a:extLst>
          </p:cNvPr>
          <p:cNvPicPr>
            <a:picLocks noChangeAspect="1"/>
          </p:cNvPicPr>
          <p:nvPr/>
        </p:nvPicPr>
        <p:blipFill>
          <a:blip r:embed="rId4"/>
          <a:stretch>
            <a:fillRect/>
          </a:stretch>
        </p:blipFill>
        <p:spPr>
          <a:xfrm>
            <a:off x="3749772" y="2836926"/>
            <a:ext cx="5197284" cy="3845641"/>
          </a:xfrm>
          <a:prstGeom prst="rect">
            <a:avLst/>
          </a:prstGeom>
        </p:spPr>
      </p:pic>
    </p:spTree>
    <p:extLst>
      <p:ext uri="{BB962C8B-B14F-4D97-AF65-F5344CB8AC3E}">
        <p14:creationId xmlns:p14="http://schemas.microsoft.com/office/powerpoint/2010/main" val="5126134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5895" y="702156"/>
            <a:ext cx="8272212" cy="468276"/>
          </a:xfrm>
        </p:spPr>
        <p:txBody>
          <a:bodyPr>
            <a:noAutofit/>
          </a:bodyPr>
          <a:lstStyle/>
          <a:p>
            <a:r>
              <a:rPr lang="en-US" altLang="zh-CN" sz="2800" dirty="0"/>
              <a:t>Temporal Trajectories and Time Series</a:t>
            </a:r>
            <a:endParaRPr sz="2800" dirty="0"/>
          </a:p>
        </p:txBody>
      </p:sp>
      <p:sp>
        <p:nvSpPr>
          <p:cNvPr id="3" name="Content Placeholder 2"/>
          <p:cNvSpPr>
            <a:spLocks noGrp="1"/>
          </p:cNvSpPr>
          <p:nvPr>
            <p:ph idx="1"/>
          </p:nvPr>
        </p:nvSpPr>
        <p:spPr>
          <a:xfrm>
            <a:off x="435895" y="1234441"/>
            <a:ext cx="8272211" cy="3634487"/>
          </a:xfrm>
        </p:spPr>
        <p:txBody>
          <a:bodyPr>
            <a:normAutofit/>
          </a:bodyPr>
          <a:lstStyle/>
          <a:p>
            <a:r>
              <a:rPr lang="en-US" altLang="zh-CN" sz="2400" dirty="0"/>
              <a:t>Can take advantage of the entire satellite image archive (i.e. Landsat: 1985-current) by using an annual time series to examine changes and trends</a:t>
            </a:r>
          </a:p>
          <a:p>
            <a:r>
              <a:rPr lang="en-US" altLang="zh-CN" sz="2400" dirty="0"/>
              <a:t>Example: </a:t>
            </a:r>
            <a:r>
              <a:rPr lang="en-US" altLang="zh-CN" sz="2400" dirty="0" err="1"/>
              <a:t>Landtrendr</a:t>
            </a:r>
            <a:r>
              <a:rPr lang="en-US" altLang="zh-CN" sz="2400" dirty="0"/>
              <a:t> (Kennedy et al., 2010) products include</a:t>
            </a:r>
          </a:p>
          <a:p>
            <a:pPr lvl="1">
              <a:buFont typeface="+mj-lt"/>
              <a:buAutoNum type="arabicPeriod"/>
            </a:pPr>
            <a:r>
              <a:rPr lang="en-US" altLang="zh-CN" sz="2400" dirty="0"/>
              <a:t>Magnitude of change: 1-100 percent tree cover loss</a:t>
            </a:r>
          </a:p>
          <a:p>
            <a:pPr lvl="1">
              <a:buFont typeface="+mj-lt"/>
              <a:buAutoNum type="arabicPeriod"/>
            </a:pPr>
            <a:r>
              <a:rPr lang="en-US" altLang="zh-CN" sz="2400" dirty="0"/>
              <a:t>Duration: 1-25 years</a:t>
            </a:r>
          </a:p>
          <a:p>
            <a:pPr lvl="1">
              <a:buFont typeface="+mj-lt"/>
              <a:buAutoNum type="arabicPeriod"/>
            </a:pPr>
            <a:r>
              <a:rPr lang="en-US" altLang="zh-CN" sz="2400" dirty="0"/>
              <a:t>Year of onset of disturbance</a:t>
            </a:r>
            <a:endParaRPr sz="2400" dirty="0"/>
          </a:p>
        </p:txBody>
      </p:sp>
      <p:pic>
        <p:nvPicPr>
          <p:cNvPr id="5" name="Picture 4">
            <a:extLst>
              <a:ext uri="{FF2B5EF4-FFF2-40B4-BE49-F238E27FC236}">
                <a16:creationId xmlns:a16="http://schemas.microsoft.com/office/drawing/2014/main" id="{A84EC53B-D797-28D2-193C-ADC0AC4911C2}"/>
              </a:ext>
            </a:extLst>
          </p:cNvPr>
          <p:cNvPicPr>
            <a:picLocks noChangeAspect="1"/>
          </p:cNvPicPr>
          <p:nvPr/>
        </p:nvPicPr>
        <p:blipFill>
          <a:blip r:embed="rId2"/>
          <a:stretch>
            <a:fillRect/>
          </a:stretch>
        </p:blipFill>
        <p:spPr>
          <a:xfrm>
            <a:off x="0" y="4932937"/>
            <a:ext cx="3152381" cy="1400000"/>
          </a:xfrm>
          <a:prstGeom prst="rect">
            <a:avLst/>
          </a:prstGeom>
        </p:spPr>
      </p:pic>
      <p:pic>
        <p:nvPicPr>
          <p:cNvPr id="7" name="Picture 6">
            <a:extLst>
              <a:ext uri="{FF2B5EF4-FFF2-40B4-BE49-F238E27FC236}">
                <a16:creationId xmlns:a16="http://schemas.microsoft.com/office/drawing/2014/main" id="{2792DCF9-4D37-1379-A6DF-6ECA18D99B30}"/>
              </a:ext>
            </a:extLst>
          </p:cNvPr>
          <p:cNvPicPr>
            <a:picLocks noChangeAspect="1"/>
          </p:cNvPicPr>
          <p:nvPr/>
        </p:nvPicPr>
        <p:blipFill>
          <a:blip r:embed="rId3"/>
          <a:stretch>
            <a:fillRect/>
          </a:stretch>
        </p:blipFill>
        <p:spPr>
          <a:xfrm>
            <a:off x="4407408" y="3697820"/>
            <a:ext cx="2788920" cy="2846572"/>
          </a:xfrm>
          <a:prstGeom prst="rect">
            <a:avLst/>
          </a:prstGeom>
        </p:spPr>
      </p:pic>
      <p:sp>
        <p:nvSpPr>
          <p:cNvPr id="8" name="TextBox 7">
            <a:extLst>
              <a:ext uri="{FF2B5EF4-FFF2-40B4-BE49-F238E27FC236}">
                <a16:creationId xmlns:a16="http://schemas.microsoft.com/office/drawing/2014/main" id="{2B2639DA-5EAB-46AC-C254-64D10806C3D9}"/>
              </a:ext>
            </a:extLst>
          </p:cNvPr>
          <p:cNvSpPr txBox="1"/>
          <p:nvPr/>
        </p:nvSpPr>
        <p:spPr>
          <a:xfrm>
            <a:off x="6263640" y="6529003"/>
            <a:ext cx="2706625" cy="307777"/>
          </a:xfrm>
          <a:prstGeom prst="rect">
            <a:avLst/>
          </a:prstGeom>
          <a:noFill/>
        </p:spPr>
        <p:txBody>
          <a:bodyPr wrap="square" rtlCol="0">
            <a:spAutoFit/>
          </a:bodyPr>
          <a:lstStyle/>
          <a:p>
            <a:r>
              <a:rPr lang="en-US" altLang="zh-CN" sz="1400" dirty="0">
                <a:hlinkClick r:id="rId4"/>
              </a:rPr>
              <a:t>Credit: Oregon State University</a:t>
            </a:r>
            <a:endParaRPr lang="zh-CN" alt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AF2F3-1C14-25FD-4234-2A862D629EBB}"/>
              </a:ext>
            </a:extLst>
          </p:cNvPr>
          <p:cNvSpPr>
            <a:spLocks noGrp="1"/>
          </p:cNvSpPr>
          <p:nvPr>
            <p:ph type="title"/>
          </p:nvPr>
        </p:nvSpPr>
        <p:spPr>
          <a:xfrm>
            <a:off x="435895" y="702156"/>
            <a:ext cx="8272212" cy="477420"/>
          </a:xfrm>
        </p:spPr>
        <p:txBody>
          <a:bodyPr/>
          <a:lstStyle/>
          <a:p>
            <a:r>
              <a:rPr lang="en-US" altLang="zh-CN" dirty="0"/>
              <a:t>Google earth engine timelapse</a:t>
            </a:r>
            <a:endParaRPr lang="zh-CN" altLang="en-US" dirty="0"/>
          </a:p>
        </p:txBody>
      </p:sp>
      <p:pic>
        <p:nvPicPr>
          <p:cNvPr id="5" name="Content Placeholder 4">
            <a:hlinkClick r:id="rId2"/>
            <a:extLst>
              <a:ext uri="{FF2B5EF4-FFF2-40B4-BE49-F238E27FC236}">
                <a16:creationId xmlns:a16="http://schemas.microsoft.com/office/drawing/2014/main" id="{04325E7E-BBBF-2EAF-BFFA-9368B5DEE606}"/>
              </a:ext>
            </a:extLst>
          </p:cNvPr>
          <p:cNvPicPr>
            <a:picLocks noGrp="1" noChangeAspect="1"/>
          </p:cNvPicPr>
          <p:nvPr>
            <p:ph idx="1"/>
          </p:nvPr>
        </p:nvPicPr>
        <p:blipFill>
          <a:blip r:embed="rId3"/>
          <a:stretch>
            <a:fillRect/>
          </a:stretch>
        </p:blipFill>
        <p:spPr>
          <a:xfrm>
            <a:off x="1132090" y="1454595"/>
            <a:ext cx="6731750" cy="4321055"/>
          </a:xfrm>
          <a:prstGeom prst="rect">
            <a:avLst/>
          </a:prstGeom>
        </p:spPr>
      </p:pic>
    </p:spTree>
    <p:extLst>
      <p:ext uri="{BB962C8B-B14F-4D97-AF65-F5344CB8AC3E}">
        <p14:creationId xmlns:p14="http://schemas.microsoft.com/office/powerpoint/2010/main" val="134173874"/>
      </p:ext>
    </p:extLst>
  </p:cSld>
  <p:clrMapOvr>
    <a:masterClrMapping/>
  </p:clrMapOvr>
</p:sld>
</file>

<file path=ppt/theme/theme1.xml><?xml version="1.0" encoding="utf-8"?>
<a:theme xmlns:a="http://schemas.openxmlformats.org/drawingml/2006/main" name="2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3.xml><?xml version="1.0" encoding="utf-8"?>
<a:theme xmlns:a="http://schemas.openxmlformats.org/drawingml/2006/main" name="1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4.xml><?xml version="1.0" encoding="utf-8"?>
<a:theme xmlns:a="http://schemas.openxmlformats.org/drawingml/2006/main" name="3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5.xml><?xml version="1.0" encoding="utf-8"?>
<a:theme xmlns:a="http://schemas.openxmlformats.org/drawingml/2006/main" name="4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2">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6.xml><?xml version="1.0" encoding="utf-8"?>
<a:theme xmlns:a="http://schemas.openxmlformats.org/drawingml/2006/main" name="5_DividendVTI">
  <a:themeElements>
    <a:clrScheme name="AnalogousFromLightSeed_2SEEDS">
      <a:dk1>
        <a:srgbClr val="000000"/>
      </a:dk1>
      <a:lt1>
        <a:srgbClr val="FFFFFF"/>
      </a:lt1>
      <a:dk2>
        <a:srgbClr val="22363C"/>
      </a:dk2>
      <a:lt2>
        <a:srgbClr val="E2E6E8"/>
      </a:lt2>
      <a:accent1>
        <a:srgbClr val="C18C78"/>
      </a:accent1>
      <a:accent2>
        <a:srgbClr val="CC9099"/>
      </a:accent2>
      <a:accent3>
        <a:srgbClr val="B19F77"/>
      </a:accent3>
      <a:accent4>
        <a:srgbClr val="6DAFA2"/>
      </a:accent4>
      <a:accent5>
        <a:srgbClr val="70ACBC"/>
      </a:accent5>
      <a:accent6>
        <a:srgbClr val="7893C1"/>
      </a:accent6>
      <a:hlink>
        <a:srgbClr val="5E8A9B"/>
      </a:hlink>
      <a:folHlink>
        <a:srgbClr val="7F7F7F"/>
      </a:folHlink>
    </a:clrScheme>
    <a:fontScheme name="Custom 1">
      <a:majorFont>
        <a:latin typeface="Calibri"/>
        <a:ea typeface=""/>
        <a:cs typeface=""/>
      </a:majorFont>
      <a:minorFont>
        <a:latin typeface="Calibri"/>
        <a:ea typeface=""/>
        <a:cs typeface=""/>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docProps/app.xml><?xml version="1.0" encoding="utf-8"?>
<Properties xmlns="http://schemas.openxmlformats.org/officeDocument/2006/extended-properties" xmlns:vt="http://schemas.openxmlformats.org/officeDocument/2006/docPropsVTypes">
  <Template>Week04_GEOG2475_Raster_Thr</Template>
  <TotalTime>312</TotalTime>
  <Words>775</Words>
  <Application>Microsoft Office PowerPoint</Application>
  <PresentationFormat>On-screen Show (4:3)</PresentationFormat>
  <Paragraphs>98</Paragraphs>
  <Slides>22</Slides>
  <Notes>0</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22</vt:i4>
      </vt:variant>
    </vt:vector>
  </HeadingPairs>
  <TitlesOfParts>
    <vt:vector size="34" baseType="lpstr">
      <vt:lpstr>Moderat</vt:lpstr>
      <vt:lpstr>Arial</vt:lpstr>
      <vt:lpstr>Arial Black</vt:lpstr>
      <vt:lpstr>Calibri</vt:lpstr>
      <vt:lpstr>Times New Roman</vt:lpstr>
      <vt:lpstr>Wingdings 2</vt:lpstr>
      <vt:lpstr>2_DividendVTI</vt:lpstr>
      <vt:lpstr>DividendVTI</vt:lpstr>
      <vt:lpstr>1_DividendVTI</vt:lpstr>
      <vt:lpstr>3_DividendVTI</vt:lpstr>
      <vt:lpstr>4_DividendVTI</vt:lpstr>
      <vt:lpstr>5_DividendVTI</vt:lpstr>
      <vt:lpstr>PowerPoint Presentation</vt:lpstr>
      <vt:lpstr>Land use and land cover</vt:lpstr>
      <vt:lpstr>EXERCISE 1: EXPLORE DATA IN ARCGIS ONLINE AND LIVING ATLAS</vt:lpstr>
      <vt:lpstr>What is Change Detection? </vt:lpstr>
      <vt:lpstr>Changes in U.S. tree cover</vt:lpstr>
      <vt:lpstr>Urbanization</vt:lpstr>
      <vt:lpstr>forest degradation due to insect</vt:lpstr>
      <vt:lpstr>Change Detection Goals</vt:lpstr>
      <vt:lpstr>Brings Green to Saudi Arabia</vt:lpstr>
      <vt:lpstr>What are the criteria for image selection</vt:lpstr>
      <vt:lpstr>Image with cloud coverage and without</vt:lpstr>
      <vt:lpstr>Collection Time and Dates</vt:lpstr>
      <vt:lpstr>Drought areas change</vt:lpstr>
      <vt:lpstr>Change Detection Methods </vt:lpstr>
      <vt:lpstr>Visual inspection</vt:lpstr>
      <vt:lpstr>Case study: flooding along the river in arkansas</vt:lpstr>
      <vt:lpstr>Classification Approaches </vt:lpstr>
      <vt:lpstr>Land cover and lake management: classification-based approach</vt:lpstr>
      <vt:lpstr>Image Differencing</vt:lpstr>
      <vt:lpstr>Example: Vegetation Image Differencing</vt:lpstr>
      <vt:lpstr>Temporal Trajectories and Time Series</vt:lpstr>
      <vt:lpstr>Google earth engine timelapse</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ywu1207</dc:creator>
  <cp:keywords/>
  <dc:description>generated using python-pptx</dc:description>
  <cp:lastModifiedBy>Wu, Yanan</cp:lastModifiedBy>
  <cp:revision>24</cp:revision>
  <dcterms:created xsi:type="dcterms:W3CDTF">2013-01-27T09:14:16Z</dcterms:created>
  <dcterms:modified xsi:type="dcterms:W3CDTF">2026-02-10T01:13:43Z</dcterms:modified>
  <cp:category/>
</cp:coreProperties>
</file>